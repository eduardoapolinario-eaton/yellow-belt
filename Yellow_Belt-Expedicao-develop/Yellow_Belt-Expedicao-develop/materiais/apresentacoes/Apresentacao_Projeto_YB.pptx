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4" r:id="rId4"/>
  </p:sldMasterIdLst>
  <p:notesMasterIdLst>
    <p:notesMasterId r:id="rId23"/>
  </p:notesMasterIdLst>
  <p:handoutMasterIdLst>
    <p:handoutMasterId r:id="rId24"/>
  </p:handoutMasterIdLst>
  <p:sldIdLst>
    <p:sldId id="424" r:id="rId5"/>
    <p:sldId id="425" r:id="rId6"/>
    <p:sldId id="426" r:id="rId7"/>
    <p:sldId id="444" r:id="rId8"/>
    <p:sldId id="467" r:id="rId9"/>
    <p:sldId id="427" r:id="rId10"/>
    <p:sldId id="449" r:id="rId11"/>
    <p:sldId id="466" r:id="rId12"/>
    <p:sldId id="465" r:id="rId13"/>
    <p:sldId id="451" r:id="rId14"/>
    <p:sldId id="464" r:id="rId15"/>
    <p:sldId id="434" r:id="rId16"/>
    <p:sldId id="459" r:id="rId17"/>
    <p:sldId id="452" r:id="rId18"/>
    <p:sldId id="446" r:id="rId19"/>
    <p:sldId id="447" r:id="rId20"/>
    <p:sldId id="440" r:id="rId21"/>
    <p:sldId id="460" r:id="rId22"/>
  </p:sldIdLst>
  <p:sldSz cx="12192000" cy="6858000"/>
  <p:notesSz cx="7010400" cy="92964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06" userDrawn="1">
          <p15:clr>
            <a:srgbClr val="A4A3A4"/>
          </p15:clr>
        </p15:guide>
        <p15:guide id="2" pos="295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7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00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9900"/>
    <a:srgbClr val="FF9933"/>
    <a:srgbClr val="CC0000"/>
    <a:srgbClr val="FFFF00"/>
    <a:srgbClr val="00FF00"/>
    <a:srgbClr val="66FF66"/>
    <a:srgbClr val="3366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8" autoAdjust="0"/>
    <p:restoredTop sz="93690" autoAdjust="0"/>
  </p:normalViewPr>
  <p:slideViewPr>
    <p:cSldViewPr snapToGrid="0">
      <p:cViewPr>
        <p:scale>
          <a:sx n="100" d="100"/>
          <a:sy n="100" d="100"/>
        </p:scale>
        <p:origin x="954" y="318"/>
      </p:cViewPr>
      <p:guideLst>
        <p:guide orient="horz" pos="2606"/>
        <p:guide pos="295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2562" y="96"/>
      </p:cViewPr>
      <p:guideLst>
        <p:guide orient="horz" pos="2927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polinario, Eduardo (Eaton - Intern)" userId="ca85b818-8f9b-4460-a22f-fcd2c2c82cfc" providerId="ADAL" clId="{E481BE57-0415-4D48-819C-56AB10ECFD8F}"/>
    <pc:docChg chg="undo custSel modSld">
      <pc:chgData name="Apolinario, Eduardo (Eaton - Intern)" userId="ca85b818-8f9b-4460-a22f-fcd2c2c82cfc" providerId="ADAL" clId="{E481BE57-0415-4D48-819C-56AB10ECFD8F}" dt="2026-05-20T11:05:41.803" v="3352" actId="20577"/>
      <pc:docMkLst>
        <pc:docMk/>
      </pc:docMkLst>
      <pc:sldChg chg="modSp mod">
        <pc:chgData name="Apolinario, Eduardo (Eaton - Intern)" userId="ca85b818-8f9b-4460-a22f-fcd2c2c82cfc" providerId="ADAL" clId="{E481BE57-0415-4D48-819C-56AB10ECFD8F}" dt="2026-05-05T13:21:37.465" v="2025" actId="20577"/>
        <pc:sldMkLst>
          <pc:docMk/>
          <pc:sldMk cId="0" sldId="424"/>
        </pc:sldMkLst>
        <pc:spChg chg="mod">
          <ac:chgData name="Apolinario, Eduardo (Eaton - Intern)" userId="ca85b818-8f9b-4460-a22f-fcd2c2c82cfc" providerId="ADAL" clId="{E481BE57-0415-4D48-819C-56AB10ECFD8F}" dt="2026-05-04T17:33:56.854" v="1712" actId="20577"/>
          <ac:spMkLst>
            <pc:docMk/>
            <pc:sldMk cId="0" sldId="424"/>
            <ac:spMk id="14" creationId="{EAA37DAB-EB5F-49DE-9020-7979E3CCF35F}"/>
          </ac:spMkLst>
        </pc:spChg>
        <pc:spChg chg="mod">
          <ac:chgData name="Apolinario, Eduardo (Eaton - Intern)" userId="ca85b818-8f9b-4460-a22f-fcd2c2c82cfc" providerId="ADAL" clId="{E481BE57-0415-4D48-819C-56AB10ECFD8F}" dt="2026-05-05T13:21:37.465" v="2025" actId="20577"/>
          <ac:spMkLst>
            <pc:docMk/>
            <pc:sldMk cId="0" sldId="424"/>
            <ac:spMk id="3076" creationId="{00000000-0000-0000-0000-000000000000}"/>
          </ac:spMkLst>
        </pc:spChg>
        <pc:spChg chg="mod">
          <ac:chgData name="Apolinario, Eduardo (Eaton - Intern)" userId="ca85b818-8f9b-4460-a22f-fcd2c2c82cfc" providerId="ADAL" clId="{E481BE57-0415-4D48-819C-56AB10ECFD8F}" dt="2026-04-24T16:54:21.844" v="58" actId="404"/>
          <ac:spMkLst>
            <pc:docMk/>
            <pc:sldMk cId="0" sldId="424"/>
            <ac:spMk id="7172" creationId="{00000000-0000-0000-0000-000000000000}"/>
          </ac:spMkLst>
        </pc:spChg>
      </pc:sldChg>
      <pc:sldChg chg="addSp delSp modSp mod">
        <pc:chgData name="Apolinario, Eduardo (Eaton - Intern)" userId="ca85b818-8f9b-4460-a22f-fcd2c2c82cfc" providerId="ADAL" clId="{E481BE57-0415-4D48-819C-56AB10ECFD8F}" dt="2026-05-12T15:53:09.555" v="3210" actId="20577"/>
        <pc:sldMkLst>
          <pc:docMk/>
          <pc:sldMk cId="0" sldId="425"/>
        </pc:sldMkLst>
        <pc:spChg chg="add mod">
          <ac:chgData name="Apolinario, Eduardo (Eaton - Intern)" userId="ca85b818-8f9b-4460-a22f-fcd2c2c82cfc" providerId="ADAL" clId="{E481BE57-0415-4D48-819C-56AB10ECFD8F}" dt="2026-04-30T17:28:48.075" v="1060" actId="207"/>
          <ac:spMkLst>
            <pc:docMk/>
            <pc:sldMk cId="0" sldId="425"/>
            <ac:spMk id="2" creationId="{86069D64-1BF1-3ACD-82BB-F75118C6D1DB}"/>
          </ac:spMkLst>
        </pc:spChg>
        <pc:spChg chg="add mod">
          <ac:chgData name="Apolinario, Eduardo (Eaton - Intern)" userId="ca85b818-8f9b-4460-a22f-fcd2c2c82cfc" providerId="ADAL" clId="{E481BE57-0415-4D48-819C-56AB10ECFD8F}" dt="2026-04-29T17:03:36.576" v="938" actId="1076"/>
          <ac:spMkLst>
            <pc:docMk/>
            <pc:sldMk cId="0" sldId="425"/>
            <ac:spMk id="3" creationId="{99C5F7F0-CCB1-36AC-61CF-A3AA04F48628}"/>
          </ac:spMkLst>
        </pc:spChg>
        <pc:spChg chg="add mod">
          <ac:chgData name="Apolinario, Eduardo (Eaton - Intern)" userId="ca85b818-8f9b-4460-a22f-fcd2c2c82cfc" providerId="ADAL" clId="{E481BE57-0415-4D48-819C-56AB10ECFD8F}" dt="2026-04-30T17:28:54.319" v="1061" actId="207"/>
          <ac:spMkLst>
            <pc:docMk/>
            <pc:sldMk cId="0" sldId="425"/>
            <ac:spMk id="7" creationId="{D58A59CB-4F2E-3809-868C-6398F05B455B}"/>
          </ac:spMkLst>
        </pc:spChg>
        <pc:spChg chg="add mod">
          <ac:chgData name="Apolinario, Eduardo (Eaton - Intern)" userId="ca85b818-8f9b-4460-a22f-fcd2c2c82cfc" providerId="ADAL" clId="{E481BE57-0415-4D48-819C-56AB10ECFD8F}" dt="2026-05-12T15:53:09.555" v="3210" actId="20577"/>
          <ac:spMkLst>
            <pc:docMk/>
            <pc:sldMk cId="0" sldId="425"/>
            <ac:spMk id="8" creationId="{7F986F03-3A27-6275-6899-8D31628AD979}"/>
          </ac:spMkLst>
        </pc:spChg>
        <pc:spChg chg="add mod">
          <ac:chgData name="Apolinario, Eduardo (Eaton - Intern)" userId="ca85b818-8f9b-4460-a22f-fcd2c2c82cfc" providerId="ADAL" clId="{E481BE57-0415-4D48-819C-56AB10ECFD8F}" dt="2026-04-30T17:28:58.392" v="1062" actId="207"/>
          <ac:spMkLst>
            <pc:docMk/>
            <pc:sldMk cId="0" sldId="425"/>
            <ac:spMk id="9" creationId="{CE4B1982-73D6-DF4D-E386-E06883C4023A}"/>
          </ac:spMkLst>
        </pc:spChg>
        <pc:spChg chg="add mod">
          <ac:chgData name="Apolinario, Eduardo (Eaton - Intern)" userId="ca85b818-8f9b-4460-a22f-fcd2c2c82cfc" providerId="ADAL" clId="{E481BE57-0415-4D48-819C-56AB10ECFD8F}" dt="2026-04-29T17:05:54.984" v="941" actId="1076"/>
          <ac:spMkLst>
            <pc:docMk/>
            <pc:sldMk cId="0" sldId="425"/>
            <ac:spMk id="10" creationId="{7A0CB7D6-ED2B-1608-88F1-4BF42601905B}"/>
          </ac:spMkLst>
        </pc:spChg>
        <pc:spChg chg="add mod">
          <ac:chgData name="Apolinario, Eduardo (Eaton - Intern)" userId="ca85b818-8f9b-4460-a22f-fcd2c2c82cfc" providerId="ADAL" clId="{E481BE57-0415-4D48-819C-56AB10ECFD8F}" dt="2026-04-30T17:29:01.819" v="1063" actId="207"/>
          <ac:spMkLst>
            <pc:docMk/>
            <pc:sldMk cId="0" sldId="425"/>
            <ac:spMk id="11" creationId="{E3E91B5E-702E-1496-7672-92BD2EFC40C3}"/>
          </ac:spMkLst>
        </pc:spChg>
        <pc:spChg chg="add mod">
          <ac:chgData name="Apolinario, Eduardo (Eaton - Intern)" userId="ca85b818-8f9b-4460-a22f-fcd2c2c82cfc" providerId="ADAL" clId="{E481BE57-0415-4D48-819C-56AB10ECFD8F}" dt="2026-04-29T17:06:33.407" v="946" actId="1076"/>
          <ac:spMkLst>
            <pc:docMk/>
            <pc:sldMk cId="0" sldId="425"/>
            <ac:spMk id="12" creationId="{B6535423-8A64-F63D-1CD0-1A7F9AA6C68E}"/>
          </ac:spMkLst>
        </pc:spChg>
      </pc:sldChg>
      <pc:sldChg chg="addSp delSp modSp mod">
        <pc:chgData name="Apolinario, Eduardo (Eaton - Intern)" userId="ca85b818-8f9b-4460-a22f-fcd2c2c82cfc" providerId="ADAL" clId="{E481BE57-0415-4D48-819C-56AB10ECFD8F}" dt="2026-05-11T16:48:02.537" v="3176" actId="20577"/>
        <pc:sldMkLst>
          <pc:docMk/>
          <pc:sldMk cId="0" sldId="426"/>
        </pc:sldMkLst>
        <pc:spChg chg="add mod">
          <ac:chgData name="Apolinario, Eduardo (Eaton - Intern)" userId="ca85b818-8f9b-4460-a22f-fcd2c2c82cfc" providerId="ADAL" clId="{E481BE57-0415-4D48-819C-56AB10ECFD8F}" dt="2026-05-11T16:40:33.656" v="3090" actId="1076"/>
          <ac:spMkLst>
            <pc:docMk/>
            <pc:sldMk cId="0" sldId="426"/>
            <ac:spMk id="3" creationId="{BBE837DA-91B7-D6FC-83C1-D2BC79F0788D}"/>
          </ac:spMkLst>
        </pc:spChg>
        <pc:spChg chg="add mod">
          <ac:chgData name="Apolinario, Eduardo (Eaton - Intern)" userId="ca85b818-8f9b-4460-a22f-fcd2c2c82cfc" providerId="ADAL" clId="{E481BE57-0415-4D48-819C-56AB10ECFD8F}" dt="2026-05-11T16:40:47.280" v="3093" actId="1076"/>
          <ac:spMkLst>
            <pc:docMk/>
            <pc:sldMk cId="0" sldId="426"/>
            <ac:spMk id="4" creationId="{18F03FD2-0AB3-5FBE-08F9-BC2661621BE2}"/>
          </ac:spMkLst>
        </pc:spChg>
        <pc:spChg chg="add mod">
          <ac:chgData name="Apolinario, Eduardo (Eaton - Intern)" userId="ca85b818-8f9b-4460-a22f-fcd2c2c82cfc" providerId="ADAL" clId="{E481BE57-0415-4D48-819C-56AB10ECFD8F}" dt="2026-05-11T16:40:55.792" v="3095" actId="1076"/>
          <ac:spMkLst>
            <pc:docMk/>
            <pc:sldMk cId="0" sldId="426"/>
            <ac:spMk id="5" creationId="{F62F89F4-52B9-4405-2876-4F6FB8CC0B23}"/>
          </ac:spMkLst>
        </pc:spChg>
        <pc:spChg chg="add mod">
          <ac:chgData name="Apolinario, Eduardo (Eaton - Intern)" userId="ca85b818-8f9b-4460-a22f-fcd2c2c82cfc" providerId="ADAL" clId="{E481BE57-0415-4D48-819C-56AB10ECFD8F}" dt="2026-05-11T16:40:43.008" v="3092" actId="1076"/>
          <ac:spMkLst>
            <pc:docMk/>
            <pc:sldMk cId="0" sldId="426"/>
            <ac:spMk id="6" creationId="{F317143E-89B9-4EDC-6211-78DCBF88E38B}"/>
          </ac:spMkLst>
        </pc:spChg>
        <pc:spChg chg="add mod">
          <ac:chgData name="Apolinario, Eduardo (Eaton - Intern)" userId="ca85b818-8f9b-4460-a22f-fcd2c2c82cfc" providerId="ADAL" clId="{E481BE57-0415-4D48-819C-56AB10ECFD8F}" dt="2026-05-11T16:41:03.975" v="3096" actId="1076"/>
          <ac:spMkLst>
            <pc:docMk/>
            <pc:sldMk cId="0" sldId="426"/>
            <ac:spMk id="7" creationId="{C3208F1B-CC7F-5C98-96B0-51E96BFAC1D5}"/>
          </ac:spMkLst>
        </pc:spChg>
        <pc:spChg chg="add mod">
          <ac:chgData name="Apolinario, Eduardo (Eaton - Intern)" userId="ca85b818-8f9b-4460-a22f-fcd2c2c82cfc" providerId="ADAL" clId="{E481BE57-0415-4D48-819C-56AB10ECFD8F}" dt="2026-05-11T16:40:50.104" v="3094" actId="1076"/>
          <ac:spMkLst>
            <pc:docMk/>
            <pc:sldMk cId="0" sldId="426"/>
            <ac:spMk id="9" creationId="{2EC634F4-A829-86FC-3036-B404BDBA9B79}"/>
          </ac:spMkLst>
        </pc:spChg>
        <pc:spChg chg="add mod">
          <ac:chgData name="Apolinario, Eduardo (Eaton - Intern)" userId="ca85b818-8f9b-4460-a22f-fcd2c2c82cfc" providerId="ADAL" clId="{E481BE57-0415-4D48-819C-56AB10ECFD8F}" dt="2026-05-11T16:41:14.364" v="3114" actId="20577"/>
          <ac:spMkLst>
            <pc:docMk/>
            <pc:sldMk cId="0" sldId="426"/>
            <ac:spMk id="10" creationId="{8ABE5065-A1ED-146B-1D84-3639D478F413}"/>
          </ac:spMkLst>
        </pc:spChg>
        <pc:spChg chg="add mod">
          <ac:chgData name="Apolinario, Eduardo (Eaton - Intern)" userId="ca85b818-8f9b-4460-a22f-fcd2c2c82cfc" providerId="ADAL" clId="{E481BE57-0415-4D48-819C-56AB10ECFD8F}" dt="2026-05-11T16:43:51.266" v="3137" actId="1076"/>
          <ac:spMkLst>
            <pc:docMk/>
            <pc:sldMk cId="0" sldId="426"/>
            <ac:spMk id="15" creationId="{A8069D3E-8BD1-713B-7F34-B3D1332E573A}"/>
          </ac:spMkLst>
        </pc:spChg>
        <pc:spChg chg="add mod">
          <ac:chgData name="Apolinario, Eduardo (Eaton - Intern)" userId="ca85b818-8f9b-4460-a22f-fcd2c2c82cfc" providerId="ADAL" clId="{E481BE57-0415-4D48-819C-56AB10ECFD8F}" dt="2026-05-11T16:44:48.384" v="3154" actId="20577"/>
          <ac:spMkLst>
            <pc:docMk/>
            <pc:sldMk cId="0" sldId="426"/>
            <ac:spMk id="16" creationId="{352D8896-DAFB-070A-B374-5B1F47D4A03F}"/>
          </ac:spMkLst>
        </pc:spChg>
        <pc:spChg chg="add mod">
          <ac:chgData name="Apolinario, Eduardo (Eaton - Intern)" userId="ca85b818-8f9b-4460-a22f-fcd2c2c82cfc" providerId="ADAL" clId="{E481BE57-0415-4D48-819C-56AB10ECFD8F}" dt="2026-05-11T16:47:49.524" v="3156" actId="1076"/>
          <ac:spMkLst>
            <pc:docMk/>
            <pc:sldMk cId="0" sldId="426"/>
            <ac:spMk id="17" creationId="{E16B0CE5-7A3B-C7E3-3F88-78CEB8AF2A8A}"/>
          </ac:spMkLst>
        </pc:spChg>
        <pc:spChg chg="add mod">
          <ac:chgData name="Apolinario, Eduardo (Eaton - Intern)" userId="ca85b818-8f9b-4460-a22f-fcd2c2c82cfc" providerId="ADAL" clId="{E481BE57-0415-4D48-819C-56AB10ECFD8F}" dt="2026-05-11T16:48:02.537" v="3176" actId="20577"/>
          <ac:spMkLst>
            <pc:docMk/>
            <pc:sldMk cId="0" sldId="426"/>
            <ac:spMk id="18" creationId="{0FDE7FFB-7E0A-7F4C-E997-D2029BC2AE0C}"/>
          </ac:spMkLst>
        </pc:spChg>
        <pc:picChg chg="add mod">
          <ac:chgData name="Apolinario, Eduardo (Eaton - Intern)" userId="ca85b818-8f9b-4460-a22f-fcd2c2c82cfc" providerId="ADAL" clId="{E481BE57-0415-4D48-819C-56AB10ECFD8F}" dt="2026-05-11T16:40:37.664" v="3091" actId="1076"/>
          <ac:picMkLst>
            <pc:docMk/>
            <pc:sldMk cId="0" sldId="426"/>
            <ac:picMk id="8" creationId="{3BA7077B-B89B-A29E-2DF1-6EB8D638AD64}"/>
          </ac:picMkLst>
        </pc:picChg>
      </pc:sldChg>
      <pc:sldChg chg="addSp modSp mod">
        <pc:chgData name="Apolinario, Eduardo (Eaton - Intern)" userId="ca85b818-8f9b-4460-a22f-fcd2c2c82cfc" providerId="ADAL" clId="{E481BE57-0415-4D48-819C-56AB10ECFD8F}" dt="2026-05-11T17:02:25.254" v="3207"/>
        <pc:sldMkLst>
          <pc:docMk/>
          <pc:sldMk cId="0" sldId="427"/>
        </pc:sldMkLst>
        <pc:graphicFrameChg chg="add mod">
          <ac:chgData name="Apolinario, Eduardo (Eaton - Intern)" userId="ca85b818-8f9b-4460-a22f-fcd2c2c82cfc" providerId="ADAL" clId="{E481BE57-0415-4D48-819C-56AB10ECFD8F}" dt="2026-05-11T17:02:25.254" v="3207"/>
          <ac:graphicFrameMkLst>
            <pc:docMk/>
            <pc:sldMk cId="0" sldId="427"/>
            <ac:graphicFrameMk id="2" creationId="{AECBCAE0-611E-BD50-F1F1-878B70A2069F}"/>
          </ac:graphicFrameMkLst>
        </pc:graphicFrameChg>
      </pc:sldChg>
      <pc:sldChg chg="addSp modSp mod">
        <pc:chgData name="Apolinario, Eduardo (Eaton - Intern)" userId="ca85b818-8f9b-4460-a22f-fcd2c2c82cfc" providerId="ADAL" clId="{E481BE57-0415-4D48-819C-56AB10ECFD8F}" dt="2026-05-11T16:49:01.486" v="3182" actId="1076"/>
        <pc:sldMkLst>
          <pc:docMk/>
          <pc:sldMk cId="0" sldId="444"/>
        </pc:sldMkLst>
        <pc:graphicFrameChg chg="add mod modGraphic">
          <ac:chgData name="Apolinario, Eduardo (Eaton - Intern)" userId="ca85b818-8f9b-4460-a22f-fcd2c2c82cfc" providerId="ADAL" clId="{E481BE57-0415-4D48-819C-56AB10ECFD8F}" dt="2026-05-11T16:49:01.486" v="3182" actId="1076"/>
          <ac:graphicFrameMkLst>
            <pc:docMk/>
            <pc:sldMk cId="0" sldId="444"/>
            <ac:graphicFrameMk id="4" creationId="{582AA2CA-5025-ED08-FF67-C6F77FAF5E3A}"/>
          </ac:graphicFrameMkLst>
        </pc:graphicFrameChg>
      </pc:sldChg>
      <pc:sldChg chg="addSp delSp modSp mod modAnim">
        <pc:chgData name="Apolinario, Eduardo (Eaton - Intern)" userId="ca85b818-8f9b-4460-a22f-fcd2c2c82cfc" providerId="ADAL" clId="{E481BE57-0415-4D48-819C-56AB10ECFD8F}" dt="2026-05-11T16:43:39.305" v="3135" actId="478"/>
        <pc:sldMkLst>
          <pc:docMk/>
          <pc:sldMk cId="0" sldId="449"/>
        </pc:sldMkLst>
      </pc:sldChg>
      <pc:sldChg chg="addSp modSp mod modAnim">
        <pc:chgData name="Apolinario, Eduardo (Eaton - Intern)" userId="ca85b818-8f9b-4460-a22f-fcd2c2c82cfc" providerId="ADAL" clId="{E481BE57-0415-4D48-819C-56AB10ECFD8F}" dt="2026-05-12T15:56:09.737" v="3216" actId="20577"/>
        <pc:sldMkLst>
          <pc:docMk/>
          <pc:sldMk cId="0" sldId="451"/>
        </pc:sldMkLst>
        <pc:spChg chg="mod">
          <ac:chgData name="Apolinario, Eduardo (Eaton - Intern)" userId="ca85b818-8f9b-4460-a22f-fcd2c2c82cfc" providerId="ADAL" clId="{E481BE57-0415-4D48-819C-56AB10ECFD8F}" dt="2026-05-06T10:56:19.001" v="2088" actId="20577"/>
          <ac:spMkLst>
            <pc:docMk/>
            <pc:sldMk cId="0" sldId="451"/>
            <ac:spMk id="8" creationId="{117C83F5-BC40-2D7D-36B4-0AAC92144442}"/>
          </ac:spMkLst>
        </pc:spChg>
        <pc:spChg chg="mod">
          <ac:chgData name="Apolinario, Eduardo (Eaton - Intern)" userId="ca85b818-8f9b-4460-a22f-fcd2c2c82cfc" providerId="ADAL" clId="{E481BE57-0415-4D48-819C-56AB10ECFD8F}" dt="2026-04-30T17:35:17.264" v="1099" actId="403"/>
          <ac:spMkLst>
            <pc:docMk/>
            <pc:sldMk cId="0" sldId="451"/>
            <ac:spMk id="18" creationId="{08923D07-DB3C-6360-BAC6-BE69422F9B49}"/>
          </ac:spMkLst>
        </pc:spChg>
        <pc:spChg chg="mod">
          <ac:chgData name="Apolinario, Eduardo (Eaton - Intern)" userId="ca85b818-8f9b-4460-a22f-fcd2c2c82cfc" providerId="ADAL" clId="{E481BE57-0415-4D48-819C-56AB10ECFD8F}" dt="2026-04-30T17:35:20.248" v="1100" actId="403"/>
          <ac:spMkLst>
            <pc:docMk/>
            <pc:sldMk cId="0" sldId="451"/>
            <ac:spMk id="19" creationId="{B53D4AF0-28A1-4D12-E90D-4D515C051505}"/>
          </ac:spMkLst>
        </pc:spChg>
        <pc:spChg chg="mod">
          <ac:chgData name="Apolinario, Eduardo (Eaton - Intern)" userId="ca85b818-8f9b-4460-a22f-fcd2c2c82cfc" providerId="ADAL" clId="{E481BE57-0415-4D48-819C-56AB10ECFD8F}" dt="2026-04-30T17:35:22.492" v="1101" actId="403"/>
          <ac:spMkLst>
            <pc:docMk/>
            <pc:sldMk cId="0" sldId="451"/>
            <ac:spMk id="20" creationId="{5FE8D85B-C9B9-60B7-0D33-EE7F88DE0730}"/>
          </ac:spMkLst>
        </pc:spChg>
        <pc:spChg chg="mod">
          <ac:chgData name="Apolinario, Eduardo (Eaton - Intern)" userId="ca85b818-8f9b-4460-a22f-fcd2c2c82cfc" providerId="ADAL" clId="{E481BE57-0415-4D48-819C-56AB10ECFD8F}" dt="2026-04-30T17:35:30.933" v="1104" actId="403"/>
          <ac:spMkLst>
            <pc:docMk/>
            <pc:sldMk cId="0" sldId="451"/>
            <ac:spMk id="21" creationId="{CE7E24E6-5A2B-C687-8ADD-5E52F097ACAC}"/>
          </ac:spMkLst>
        </pc:spChg>
        <pc:spChg chg="mod">
          <ac:chgData name="Apolinario, Eduardo (Eaton - Intern)" userId="ca85b818-8f9b-4460-a22f-fcd2c2c82cfc" providerId="ADAL" clId="{E481BE57-0415-4D48-819C-56AB10ECFD8F}" dt="2026-04-30T17:35:27.025" v="1103" actId="403"/>
          <ac:spMkLst>
            <pc:docMk/>
            <pc:sldMk cId="0" sldId="451"/>
            <ac:spMk id="22" creationId="{AD123255-6D1C-67F6-216E-929C058C1BC3}"/>
          </ac:spMkLst>
        </pc:spChg>
        <pc:spChg chg="mod">
          <ac:chgData name="Apolinario, Eduardo (Eaton - Intern)" userId="ca85b818-8f9b-4460-a22f-fcd2c2c82cfc" providerId="ADAL" clId="{E481BE57-0415-4D48-819C-56AB10ECFD8F}" dt="2026-04-30T17:35:24.843" v="1102" actId="403"/>
          <ac:spMkLst>
            <pc:docMk/>
            <pc:sldMk cId="0" sldId="451"/>
            <ac:spMk id="23" creationId="{92280417-D002-AEF7-72DA-950F5B1D92D9}"/>
          </ac:spMkLst>
        </pc:spChg>
        <pc:spChg chg="mod">
          <ac:chgData name="Apolinario, Eduardo (Eaton - Intern)" userId="ca85b818-8f9b-4460-a22f-fcd2c2c82cfc" providerId="ADAL" clId="{E481BE57-0415-4D48-819C-56AB10ECFD8F}" dt="2026-05-06T10:57:18.143" v="2149" actId="1076"/>
          <ac:spMkLst>
            <pc:docMk/>
            <pc:sldMk cId="0" sldId="451"/>
            <ac:spMk id="25609" creationId="{E6608E82-BBBD-8728-77A7-E0FFCD7B5668}"/>
          </ac:spMkLst>
        </pc:spChg>
        <pc:spChg chg="mod">
          <ac:chgData name="Apolinario, Eduardo (Eaton - Intern)" userId="ca85b818-8f9b-4460-a22f-fcd2c2c82cfc" providerId="ADAL" clId="{E481BE57-0415-4D48-819C-56AB10ECFD8F}" dt="2026-05-06T11:12:33.281" v="2767" actId="1076"/>
          <ac:spMkLst>
            <pc:docMk/>
            <pc:sldMk cId="0" sldId="451"/>
            <ac:spMk id="25611" creationId="{FA536CC3-CDBF-76E4-B0AE-E24454C66404}"/>
          </ac:spMkLst>
        </pc:spChg>
        <pc:spChg chg="mod">
          <ac:chgData name="Apolinario, Eduardo (Eaton - Intern)" userId="ca85b818-8f9b-4460-a22f-fcd2c2c82cfc" providerId="ADAL" clId="{E481BE57-0415-4D48-819C-56AB10ECFD8F}" dt="2026-05-06T11:02:42.155" v="2402" actId="1076"/>
          <ac:spMkLst>
            <pc:docMk/>
            <pc:sldMk cId="0" sldId="451"/>
            <ac:spMk id="25613" creationId="{E58215A2-0C4C-D7C9-F45E-F5E42971514C}"/>
          </ac:spMkLst>
        </pc:spChg>
        <pc:spChg chg="mod">
          <ac:chgData name="Apolinario, Eduardo (Eaton - Intern)" userId="ca85b818-8f9b-4460-a22f-fcd2c2c82cfc" providerId="ADAL" clId="{E481BE57-0415-4D48-819C-56AB10ECFD8F}" dt="2026-05-06T11:10:17.026" v="2729" actId="20577"/>
          <ac:spMkLst>
            <pc:docMk/>
            <pc:sldMk cId="0" sldId="451"/>
            <ac:spMk id="25615" creationId="{24FD538B-EC8E-7A2C-60FC-FCF654C5E52E}"/>
          </ac:spMkLst>
        </pc:spChg>
        <pc:spChg chg="mod">
          <ac:chgData name="Apolinario, Eduardo (Eaton - Intern)" userId="ca85b818-8f9b-4460-a22f-fcd2c2c82cfc" providerId="ADAL" clId="{E481BE57-0415-4D48-819C-56AB10ECFD8F}" dt="2026-05-06T11:12:13.497" v="2766" actId="1076"/>
          <ac:spMkLst>
            <pc:docMk/>
            <pc:sldMk cId="0" sldId="451"/>
            <ac:spMk id="25617" creationId="{334E6D1B-4DC8-78AB-6AC8-746C3EEE330E}"/>
          </ac:spMkLst>
        </pc:spChg>
        <pc:spChg chg="mod">
          <ac:chgData name="Apolinario, Eduardo (Eaton - Intern)" userId="ca85b818-8f9b-4460-a22f-fcd2c2c82cfc" providerId="ADAL" clId="{E481BE57-0415-4D48-819C-56AB10ECFD8F}" dt="2026-05-06T11:02:07.771" v="2370" actId="1076"/>
          <ac:spMkLst>
            <pc:docMk/>
            <pc:sldMk cId="0" sldId="451"/>
            <ac:spMk id="25619" creationId="{FD05EAFB-D0CE-0D8C-28B4-34A54D85361E}"/>
          </ac:spMkLst>
        </pc:spChg>
        <pc:spChg chg="mod">
          <ac:chgData name="Apolinario, Eduardo (Eaton - Intern)" userId="ca85b818-8f9b-4460-a22f-fcd2c2c82cfc" providerId="ADAL" clId="{E481BE57-0415-4D48-819C-56AB10ECFD8F}" dt="2026-05-06T11:05:17.308" v="2495" actId="1076"/>
          <ac:spMkLst>
            <pc:docMk/>
            <pc:sldMk cId="0" sldId="451"/>
            <ac:spMk id="25621" creationId="{832A5E3B-21DA-9A19-F286-11E517A85C83}"/>
          </ac:spMkLst>
        </pc:spChg>
        <pc:spChg chg="mod">
          <ac:chgData name="Apolinario, Eduardo (Eaton - Intern)" userId="ca85b818-8f9b-4460-a22f-fcd2c2c82cfc" providerId="ADAL" clId="{E481BE57-0415-4D48-819C-56AB10ECFD8F}" dt="2026-05-06T11:14:58.726" v="2780" actId="20577"/>
          <ac:spMkLst>
            <pc:docMk/>
            <pc:sldMk cId="0" sldId="451"/>
            <ac:spMk id="25623" creationId="{22800D75-D047-3591-71CD-AD2CE7F3E6F9}"/>
          </ac:spMkLst>
        </pc:spChg>
        <pc:spChg chg="mod">
          <ac:chgData name="Apolinario, Eduardo (Eaton - Intern)" userId="ca85b818-8f9b-4460-a22f-fcd2c2c82cfc" providerId="ADAL" clId="{E481BE57-0415-4D48-819C-56AB10ECFD8F}" dt="2026-05-06T11:07:27.798" v="2635" actId="20577"/>
          <ac:spMkLst>
            <pc:docMk/>
            <pc:sldMk cId="0" sldId="451"/>
            <ac:spMk id="25625" creationId="{148134C2-8728-B302-B17F-D7EBF5D36C10}"/>
          </ac:spMkLst>
        </pc:spChg>
        <pc:spChg chg="mod">
          <ac:chgData name="Apolinario, Eduardo (Eaton - Intern)" userId="ca85b818-8f9b-4460-a22f-fcd2c2c82cfc" providerId="ADAL" clId="{E481BE57-0415-4D48-819C-56AB10ECFD8F}" dt="2026-05-06T11:01:36.307" v="2332" actId="1076"/>
          <ac:spMkLst>
            <pc:docMk/>
            <pc:sldMk cId="0" sldId="451"/>
            <ac:spMk id="25627" creationId="{2404B019-D82B-5D20-7741-CB4C8037FE6E}"/>
          </ac:spMkLst>
        </pc:spChg>
        <pc:spChg chg="mod">
          <ac:chgData name="Apolinario, Eduardo (Eaton - Intern)" userId="ca85b818-8f9b-4460-a22f-fcd2c2c82cfc" providerId="ADAL" clId="{E481BE57-0415-4D48-819C-56AB10ECFD8F}" dt="2026-05-06T11:12:52.561" v="2771" actId="1076"/>
          <ac:spMkLst>
            <pc:docMk/>
            <pc:sldMk cId="0" sldId="451"/>
            <ac:spMk id="25629" creationId="{6D9E0750-8FB6-A459-7E8F-E920D3B9FBB1}"/>
          </ac:spMkLst>
        </pc:spChg>
        <pc:spChg chg="mod">
          <ac:chgData name="Apolinario, Eduardo (Eaton - Intern)" userId="ca85b818-8f9b-4460-a22f-fcd2c2c82cfc" providerId="ADAL" clId="{E481BE57-0415-4D48-819C-56AB10ECFD8F}" dt="2026-05-06T11:13:55.802" v="2774" actId="20577"/>
          <ac:spMkLst>
            <pc:docMk/>
            <pc:sldMk cId="0" sldId="451"/>
            <ac:spMk id="25631" creationId="{AC408357-11FA-B35A-EBFA-D4869DBE563E}"/>
          </ac:spMkLst>
        </pc:spChg>
        <pc:spChg chg="mod">
          <ac:chgData name="Apolinario, Eduardo (Eaton - Intern)" userId="ca85b818-8f9b-4460-a22f-fcd2c2c82cfc" providerId="ADAL" clId="{E481BE57-0415-4D48-819C-56AB10ECFD8F}" dt="2026-05-06T11:07:02.243" v="2601" actId="1076"/>
          <ac:spMkLst>
            <pc:docMk/>
            <pc:sldMk cId="0" sldId="451"/>
            <ac:spMk id="25633" creationId="{14B37612-9E0B-402F-185E-EFECF0CEA8B9}"/>
          </ac:spMkLst>
        </pc:spChg>
        <pc:spChg chg="mod">
          <ac:chgData name="Apolinario, Eduardo (Eaton - Intern)" userId="ca85b818-8f9b-4460-a22f-fcd2c2c82cfc" providerId="ADAL" clId="{E481BE57-0415-4D48-819C-56AB10ECFD8F}" dt="2026-05-06T11:04:32.835" v="2453" actId="1076"/>
          <ac:spMkLst>
            <pc:docMk/>
            <pc:sldMk cId="0" sldId="451"/>
            <ac:spMk id="25635" creationId="{D3910543-B0EC-45C4-6081-10DF2FAAC583}"/>
          </ac:spMkLst>
        </pc:spChg>
        <pc:spChg chg="mod">
          <ac:chgData name="Apolinario, Eduardo (Eaton - Intern)" userId="ca85b818-8f9b-4460-a22f-fcd2c2c82cfc" providerId="ADAL" clId="{E481BE57-0415-4D48-819C-56AB10ECFD8F}" dt="2026-05-12T15:56:09.737" v="3216" actId="20577"/>
          <ac:spMkLst>
            <pc:docMk/>
            <pc:sldMk cId="0" sldId="451"/>
            <ac:spMk id="25637" creationId="{D0E947D6-0796-98B8-4953-1BB2D594E3A4}"/>
          </ac:spMkLst>
        </pc:spChg>
        <pc:spChg chg="mod">
          <ac:chgData name="Apolinario, Eduardo (Eaton - Intern)" userId="ca85b818-8f9b-4460-a22f-fcd2c2c82cfc" providerId="ADAL" clId="{E481BE57-0415-4D48-819C-56AB10ECFD8F}" dt="2026-05-06T10:56:49.112" v="2121" actId="20577"/>
          <ac:spMkLst>
            <pc:docMk/>
            <pc:sldMk cId="0" sldId="451"/>
            <ac:spMk id="25639" creationId="{3C852607-D63D-85E3-5655-B8A5FE5A9D92}"/>
          </ac:spMkLst>
        </pc:spChg>
        <pc:grpChg chg="mod">
          <ac:chgData name="Apolinario, Eduardo (Eaton - Intern)" userId="ca85b818-8f9b-4460-a22f-fcd2c2c82cfc" providerId="ADAL" clId="{E481BE57-0415-4D48-819C-56AB10ECFD8F}" dt="2026-05-06T11:12:38.958" v="2769" actId="1076"/>
          <ac:grpSpMkLst>
            <pc:docMk/>
            <pc:sldMk cId="0" sldId="451"/>
            <ac:grpSpMk id="3" creationId="{1F89AFEE-C791-C83E-5706-5C767573E105}"/>
          </ac:grpSpMkLst>
        </pc:grpChg>
        <pc:cxnChg chg="mod">
          <ac:chgData name="Apolinario, Eduardo (Eaton - Intern)" userId="ca85b818-8f9b-4460-a22f-fcd2c2c82cfc" providerId="ADAL" clId="{E481BE57-0415-4D48-819C-56AB10ECFD8F}" dt="2026-05-04T11:06:59.199" v="1192" actId="1076"/>
          <ac:cxnSpMkLst>
            <pc:docMk/>
            <pc:sldMk cId="0" sldId="451"/>
            <ac:cxnSpMk id="16" creationId="{59A677DE-2D5D-00B7-5EB4-744B1A04D701}"/>
          </ac:cxnSpMkLst>
        </pc:cxnChg>
        <pc:cxnChg chg="mod">
          <ac:chgData name="Apolinario, Eduardo (Eaton - Intern)" userId="ca85b818-8f9b-4460-a22f-fcd2c2c82cfc" providerId="ADAL" clId="{E481BE57-0415-4D48-819C-56AB10ECFD8F}" dt="2026-05-06T11:08:05.714" v="2639" actId="1076"/>
          <ac:cxnSpMkLst>
            <pc:docMk/>
            <pc:sldMk cId="0" sldId="451"/>
            <ac:cxnSpMk id="25616" creationId="{9B188ED6-486E-EA14-EAD4-BF71DC3B7AC4}"/>
          </ac:cxnSpMkLst>
        </pc:cxnChg>
        <pc:cxnChg chg="mod">
          <ac:chgData name="Apolinario, Eduardo (Eaton - Intern)" userId="ca85b818-8f9b-4460-a22f-fcd2c2c82cfc" providerId="ADAL" clId="{E481BE57-0415-4D48-819C-56AB10ECFD8F}" dt="2026-05-06T11:12:46.488" v="2770" actId="1076"/>
          <ac:cxnSpMkLst>
            <pc:docMk/>
            <pc:sldMk cId="0" sldId="451"/>
            <ac:cxnSpMk id="25630" creationId="{6E15B9AF-3F6D-9922-7B2B-9C870961C46D}"/>
          </ac:cxnSpMkLst>
        </pc:cxnChg>
        <pc:cxnChg chg="add">
          <ac:chgData name="Apolinario, Eduardo (Eaton - Intern)" userId="ca85b818-8f9b-4460-a22f-fcd2c2c82cfc" providerId="ADAL" clId="{E481BE57-0415-4D48-819C-56AB10ECFD8F}" dt="2026-05-04T11:06:44.943" v="1191" actId="11529"/>
          <ac:cxnSpMkLst>
            <pc:docMk/>
            <pc:sldMk cId="0" sldId="451"/>
            <ac:cxnSpMk id="25642" creationId="{48239E11-490E-6FB9-69C7-88265C187DB3}"/>
          </ac:cxnSpMkLst>
        </pc:cxnChg>
      </pc:sldChg>
      <pc:sldChg chg="addSp delSp modSp mod">
        <pc:chgData name="Apolinario, Eduardo (Eaton - Intern)" userId="ca85b818-8f9b-4460-a22f-fcd2c2c82cfc" providerId="ADAL" clId="{E481BE57-0415-4D48-819C-56AB10ECFD8F}" dt="2026-04-29T14:05:46.928" v="94" actId="1076"/>
        <pc:sldMkLst>
          <pc:docMk/>
          <pc:sldMk cId="2544341754" sldId="465"/>
        </pc:sldMkLst>
        <pc:picChg chg="add mod">
          <ac:chgData name="Apolinario, Eduardo (Eaton - Intern)" userId="ca85b818-8f9b-4460-a22f-fcd2c2c82cfc" providerId="ADAL" clId="{E481BE57-0415-4D48-819C-56AB10ECFD8F}" dt="2026-04-29T14:05:46.928" v="94" actId="1076"/>
          <ac:picMkLst>
            <pc:docMk/>
            <pc:sldMk cId="2544341754" sldId="465"/>
            <ac:picMk id="14" creationId="{A60BD238-64FD-DE02-328C-70DAF7A9A04E}"/>
          </ac:picMkLst>
        </pc:picChg>
      </pc:sldChg>
      <pc:sldChg chg="addSp delSp modSp mod">
        <pc:chgData name="Apolinario, Eduardo (Eaton - Intern)" userId="ca85b818-8f9b-4460-a22f-fcd2c2c82cfc" providerId="ADAL" clId="{E481BE57-0415-4D48-819C-56AB10ECFD8F}" dt="2026-05-20T11:05:41.803" v="3352" actId="20577"/>
        <pc:sldMkLst>
          <pc:docMk/>
          <pc:sldMk cId="0" sldId="467"/>
        </pc:sldMkLst>
        <pc:spChg chg="mod">
          <ac:chgData name="Apolinario, Eduardo (Eaton - Intern)" userId="ca85b818-8f9b-4460-a22f-fcd2c2c82cfc" providerId="ADAL" clId="{E481BE57-0415-4D48-819C-56AB10ECFD8F}" dt="2026-05-07T17:34:40.856" v="2823" actId="1076"/>
          <ac:spMkLst>
            <pc:docMk/>
            <pc:sldMk cId="0" sldId="467"/>
            <ac:spMk id="2" creationId="{26DA1506-9BB3-9D0E-AD5E-CE3A43394744}"/>
          </ac:spMkLst>
        </pc:spChg>
        <pc:spChg chg="mod">
          <ac:chgData name="Apolinario, Eduardo (Eaton - Intern)" userId="ca85b818-8f9b-4460-a22f-fcd2c2c82cfc" providerId="ADAL" clId="{E481BE57-0415-4D48-819C-56AB10ECFD8F}" dt="2026-05-11T16:51:11.650" v="3192" actId="1076"/>
          <ac:spMkLst>
            <pc:docMk/>
            <pc:sldMk cId="0" sldId="467"/>
            <ac:spMk id="5" creationId="{267D7797-8650-F021-E6B1-3B1979D0ECCE}"/>
          </ac:spMkLst>
        </pc:spChg>
        <pc:spChg chg="mod">
          <ac:chgData name="Apolinario, Eduardo (Eaton - Intern)" userId="ca85b818-8f9b-4460-a22f-fcd2c2c82cfc" providerId="ADAL" clId="{E481BE57-0415-4D48-819C-56AB10ECFD8F}" dt="2026-05-07T17:41:16.415" v="3007" actId="1038"/>
          <ac:spMkLst>
            <pc:docMk/>
            <pc:sldMk cId="0" sldId="467"/>
            <ac:spMk id="7" creationId="{11CF5B34-9357-1FFF-6EFE-FEBF5E86C516}"/>
          </ac:spMkLst>
        </pc:spChg>
        <pc:spChg chg="mod">
          <ac:chgData name="Apolinario, Eduardo (Eaton - Intern)" userId="ca85b818-8f9b-4460-a22f-fcd2c2c82cfc" providerId="ADAL" clId="{E481BE57-0415-4D48-819C-56AB10ECFD8F}" dt="2026-05-07T17:40:24.252" v="2993" actId="1076"/>
          <ac:spMkLst>
            <pc:docMk/>
            <pc:sldMk cId="0" sldId="467"/>
            <ac:spMk id="9" creationId="{60B2E3C5-6F8F-89C1-6A8B-7F2D8192959B}"/>
          </ac:spMkLst>
        </pc:spChg>
        <pc:spChg chg="mod">
          <ac:chgData name="Apolinario, Eduardo (Eaton - Intern)" userId="ca85b818-8f9b-4460-a22f-fcd2c2c82cfc" providerId="ADAL" clId="{E481BE57-0415-4D48-819C-56AB10ECFD8F}" dt="2026-05-07T17:35:18.856" v="2825" actId="1076"/>
          <ac:spMkLst>
            <pc:docMk/>
            <pc:sldMk cId="0" sldId="467"/>
            <ac:spMk id="14" creationId="{C1C4EC0B-B426-9CC5-D909-DBFDAEE435E2}"/>
          </ac:spMkLst>
        </pc:spChg>
        <pc:spChg chg="add mod">
          <ac:chgData name="Apolinario, Eduardo (Eaton - Intern)" userId="ca85b818-8f9b-4460-a22f-fcd2c2c82cfc" providerId="ADAL" clId="{E481BE57-0415-4D48-819C-56AB10ECFD8F}" dt="2026-05-07T17:34:52.408" v="2824" actId="1076"/>
          <ac:spMkLst>
            <pc:docMk/>
            <pc:sldMk cId="0" sldId="467"/>
            <ac:spMk id="15" creationId="{C1FC7191-D5A3-EF60-E57C-9B4D434B6D39}"/>
          </ac:spMkLst>
        </pc:spChg>
        <pc:spChg chg="mod">
          <ac:chgData name="Apolinario, Eduardo (Eaton - Intern)" userId="ca85b818-8f9b-4460-a22f-fcd2c2c82cfc" providerId="ADAL" clId="{E481BE57-0415-4D48-819C-56AB10ECFD8F}" dt="2026-05-07T17:44:24.260" v="3016" actId="1076"/>
          <ac:spMkLst>
            <pc:docMk/>
            <pc:sldMk cId="0" sldId="467"/>
            <ac:spMk id="16" creationId="{0874BCF9-0AEA-ECA9-E2B2-06B20492C97B}"/>
          </ac:spMkLst>
        </pc:spChg>
        <pc:spChg chg="add mod">
          <ac:chgData name="Apolinario, Eduardo (Eaton - Intern)" userId="ca85b818-8f9b-4460-a22f-fcd2c2c82cfc" providerId="ADAL" clId="{E481BE57-0415-4D48-819C-56AB10ECFD8F}" dt="2026-05-07T17:39:06.611" v="2921" actId="1076"/>
          <ac:spMkLst>
            <pc:docMk/>
            <pc:sldMk cId="0" sldId="467"/>
            <ac:spMk id="17" creationId="{3970BD4A-5530-EE7C-3F29-B957ECA60E68}"/>
          </ac:spMkLst>
        </pc:spChg>
        <pc:spChg chg="add mod">
          <ac:chgData name="Apolinario, Eduardo (Eaton - Intern)" userId="ca85b818-8f9b-4460-a22f-fcd2c2c82cfc" providerId="ADAL" clId="{E481BE57-0415-4D48-819C-56AB10ECFD8F}" dt="2026-05-07T17:35:25.536" v="2826" actId="1076"/>
          <ac:spMkLst>
            <pc:docMk/>
            <pc:sldMk cId="0" sldId="467"/>
            <ac:spMk id="18" creationId="{FBF1848D-8A05-0536-5863-46069E406E0E}"/>
          </ac:spMkLst>
        </pc:spChg>
        <pc:spChg chg="mod">
          <ac:chgData name="Apolinario, Eduardo (Eaton - Intern)" userId="ca85b818-8f9b-4460-a22f-fcd2c2c82cfc" providerId="ADAL" clId="{E481BE57-0415-4D48-819C-56AB10ECFD8F}" dt="2026-05-20T11:05:41.803" v="3352" actId="20577"/>
          <ac:spMkLst>
            <pc:docMk/>
            <pc:sldMk cId="0" sldId="467"/>
            <ac:spMk id="19" creationId="{F33EA95A-BBBE-8039-8AE5-F7AB5CEA75BE}"/>
          </ac:spMkLst>
        </pc:spChg>
        <pc:spChg chg="add mod">
          <ac:chgData name="Apolinario, Eduardo (Eaton - Intern)" userId="ca85b818-8f9b-4460-a22f-fcd2c2c82cfc" providerId="ADAL" clId="{E481BE57-0415-4D48-819C-56AB10ECFD8F}" dt="2026-05-07T17:40:51.427" v="2998" actId="1076"/>
          <ac:spMkLst>
            <pc:docMk/>
            <pc:sldMk cId="0" sldId="467"/>
            <ac:spMk id="20" creationId="{7B83FE0D-7A6E-9B95-EB89-988CD9A9D175}"/>
          </ac:spMkLst>
        </pc:spChg>
        <pc:spChg chg="mod">
          <ac:chgData name="Apolinario, Eduardo (Eaton - Intern)" userId="ca85b818-8f9b-4460-a22f-fcd2c2c82cfc" providerId="ADAL" clId="{E481BE57-0415-4D48-819C-56AB10ECFD8F}" dt="2026-05-07T17:36:31.377" v="2893" actId="1036"/>
          <ac:spMkLst>
            <pc:docMk/>
            <pc:sldMk cId="0" sldId="467"/>
            <ac:spMk id="21" creationId="{909E0601-A71C-BAF0-00F8-3990308C61AF}"/>
          </ac:spMkLst>
        </pc:spChg>
        <pc:spChg chg="mod">
          <ac:chgData name="Apolinario, Eduardo (Eaton - Intern)" userId="ca85b818-8f9b-4460-a22f-fcd2c2c82cfc" providerId="ADAL" clId="{E481BE57-0415-4D48-819C-56AB10ECFD8F}" dt="2026-05-07T17:38:30.490" v="2917" actId="1076"/>
          <ac:spMkLst>
            <pc:docMk/>
            <pc:sldMk cId="0" sldId="467"/>
            <ac:spMk id="22" creationId="{C6E3E162-EA70-F5DD-FB64-E3702BCDF013}"/>
          </ac:spMkLst>
        </pc:spChg>
        <pc:spChg chg="add mod">
          <ac:chgData name="Apolinario, Eduardo (Eaton - Intern)" userId="ca85b818-8f9b-4460-a22f-fcd2c2c82cfc" providerId="ADAL" clId="{E481BE57-0415-4D48-819C-56AB10ECFD8F}" dt="2026-05-20T11:01:11.288" v="3279" actId="20577"/>
          <ac:spMkLst>
            <pc:docMk/>
            <pc:sldMk cId="0" sldId="467"/>
            <ac:spMk id="23" creationId="{020EAB54-47C2-EDE7-D490-C161B8DC9011}"/>
          </ac:spMkLst>
        </pc:spChg>
        <pc:spChg chg="mod">
          <ac:chgData name="Apolinario, Eduardo (Eaton - Intern)" userId="ca85b818-8f9b-4460-a22f-fcd2c2c82cfc" providerId="ADAL" clId="{E481BE57-0415-4D48-819C-56AB10ECFD8F}" dt="2026-05-20T11:01:42.746" v="3280" actId="20577"/>
          <ac:spMkLst>
            <pc:docMk/>
            <pc:sldMk cId="0" sldId="467"/>
            <ac:spMk id="24" creationId="{2F47D707-8A0E-EB77-2BDE-F493C2F2DB38}"/>
          </ac:spMkLst>
        </pc:spChg>
        <pc:spChg chg="mod">
          <ac:chgData name="Apolinario, Eduardo (Eaton - Intern)" userId="ca85b818-8f9b-4460-a22f-fcd2c2c82cfc" providerId="ADAL" clId="{E481BE57-0415-4D48-819C-56AB10ECFD8F}" dt="2026-05-07T17:36:01.465" v="2831" actId="1076"/>
          <ac:spMkLst>
            <pc:docMk/>
            <pc:sldMk cId="0" sldId="467"/>
            <ac:spMk id="25" creationId="{1865E172-739F-CA2E-956A-599069518C9E}"/>
          </ac:spMkLst>
        </pc:spChg>
        <pc:spChg chg="mod">
          <ac:chgData name="Apolinario, Eduardo (Eaton - Intern)" userId="ca85b818-8f9b-4460-a22f-fcd2c2c82cfc" providerId="ADAL" clId="{E481BE57-0415-4D48-819C-56AB10ECFD8F}" dt="2026-05-07T17:40:15.819" v="2990" actId="1076"/>
          <ac:spMkLst>
            <pc:docMk/>
            <pc:sldMk cId="0" sldId="467"/>
            <ac:spMk id="26" creationId="{C9E26F30-F9B0-525A-E43D-047252027674}"/>
          </ac:spMkLst>
        </pc:spChg>
        <pc:spChg chg="add mod">
          <ac:chgData name="Apolinario, Eduardo (Eaton - Intern)" userId="ca85b818-8f9b-4460-a22f-fcd2c2c82cfc" providerId="ADAL" clId="{E481BE57-0415-4D48-819C-56AB10ECFD8F}" dt="2026-05-07T17:44:33.044" v="3017" actId="1076"/>
          <ac:spMkLst>
            <pc:docMk/>
            <pc:sldMk cId="0" sldId="467"/>
            <ac:spMk id="27" creationId="{132669E2-97A9-1BFB-2874-478A6D468654}"/>
          </ac:spMkLst>
        </pc:spChg>
        <pc:spChg chg="mod">
          <ac:chgData name="Apolinario, Eduardo (Eaton - Intern)" userId="ca85b818-8f9b-4460-a22f-fcd2c2c82cfc" providerId="ADAL" clId="{E481BE57-0415-4D48-819C-56AB10ECFD8F}" dt="2026-05-07T17:41:30.523" v="3009" actId="1076"/>
          <ac:spMkLst>
            <pc:docMk/>
            <pc:sldMk cId="0" sldId="467"/>
            <ac:spMk id="28" creationId="{2915E250-AD23-C99D-1145-88DD2BD2DD6E}"/>
          </ac:spMkLst>
        </pc:spChg>
        <pc:spChg chg="add mod">
          <ac:chgData name="Apolinario, Eduardo (Eaton - Intern)" userId="ca85b818-8f9b-4460-a22f-fcd2c2c82cfc" providerId="ADAL" clId="{E481BE57-0415-4D48-819C-56AB10ECFD8F}" dt="2026-05-07T17:41:45.995" v="3010" actId="1076"/>
          <ac:spMkLst>
            <pc:docMk/>
            <pc:sldMk cId="0" sldId="467"/>
            <ac:spMk id="29" creationId="{3D5879E0-CC75-6E09-C289-2541C5AC3AE8}"/>
          </ac:spMkLst>
        </pc:spChg>
        <pc:spChg chg="mod">
          <ac:chgData name="Apolinario, Eduardo (Eaton - Intern)" userId="ca85b818-8f9b-4460-a22f-fcd2c2c82cfc" providerId="ADAL" clId="{E481BE57-0415-4D48-819C-56AB10ECFD8F}" dt="2026-05-20T11:02:20.565" v="3311" actId="20577"/>
          <ac:spMkLst>
            <pc:docMk/>
            <pc:sldMk cId="0" sldId="467"/>
            <ac:spMk id="30" creationId="{ECB336BC-DA60-2908-7DF8-82397DFF205C}"/>
          </ac:spMkLst>
        </pc:spChg>
        <pc:spChg chg="mod">
          <ac:chgData name="Apolinario, Eduardo (Eaton - Intern)" userId="ca85b818-8f9b-4460-a22f-fcd2c2c82cfc" providerId="ADAL" clId="{E481BE57-0415-4D48-819C-56AB10ECFD8F}" dt="2026-05-07T17:42:38.083" v="3013" actId="1076"/>
          <ac:spMkLst>
            <pc:docMk/>
            <pc:sldMk cId="0" sldId="467"/>
            <ac:spMk id="31" creationId="{2A590248-6E70-3292-A22B-328F83C057BC}"/>
          </ac:spMkLst>
        </pc:spChg>
        <pc:spChg chg="mod">
          <ac:chgData name="Apolinario, Eduardo (Eaton - Intern)" userId="ca85b818-8f9b-4460-a22f-fcd2c2c82cfc" providerId="ADAL" clId="{E481BE57-0415-4D48-819C-56AB10ECFD8F}" dt="2026-05-07T17:40:48.452" v="2997" actId="1076"/>
          <ac:spMkLst>
            <pc:docMk/>
            <pc:sldMk cId="0" sldId="467"/>
            <ac:spMk id="36" creationId="{C26FE93D-D5AF-4761-34B0-CD87F0F6CDC0}"/>
          </ac:spMkLst>
        </pc:spChg>
        <pc:spChg chg="mod">
          <ac:chgData name="Apolinario, Eduardo (Eaton - Intern)" userId="ca85b818-8f9b-4460-a22f-fcd2c2c82cfc" providerId="ADAL" clId="{E481BE57-0415-4D48-819C-56AB10ECFD8F}" dt="2026-05-07T17:40:34.107" v="2995" actId="1076"/>
          <ac:spMkLst>
            <pc:docMk/>
            <pc:sldMk cId="0" sldId="467"/>
            <ac:spMk id="37" creationId="{AFC0FCDD-CCA8-BFD4-C7A0-609AD8966A96}"/>
          </ac:spMkLst>
        </pc:spChg>
        <pc:spChg chg="mod">
          <ac:chgData name="Apolinario, Eduardo (Eaton - Intern)" userId="ca85b818-8f9b-4460-a22f-fcd2c2c82cfc" providerId="ADAL" clId="{E481BE57-0415-4D48-819C-56AB10ECFD8F}" dt="2026-05-20T11:02:39.182" v="3323" actId="20577"/>
          <ac:spMkLst>
            <pc:docMk/>
            <pc:sldMk cId="0" sldId="467"/>
            <ac:spMk id="38" creationId="{8A8F5433-3A82-15BD-C09D-9F8020949426}"/>
          </ac:spMkLst>
        </pc:spChg>
        <pc:spChg chg="add mod">
          <ac:chgData name="Apolinario, Eduardo (Eaton - Intern)" userId="ca85b818-8f9b-4460-a22f-fcd2c2c82cfc" providerId="ADAL" clId="{E481BE57-0415-4D48-819C-56AB10ECFD8F}" dt="2026-05-07T17:40:07.066" v="2989" actId="1076"/>
          <ac:spMkLst>
            <pc:docMk/>
            <pc:sldMk cId="0" sldId="467"/>
            <ac:spMk id="39" creationId="{A3CD5A80-3F29-1D03-5744-7BB8D4ED5B85}"/>
          </ac:spMkLst>
        </pc:spChg>
        <pc:spChg chg="add mod">
          <ac:chgData name="Apolinario, Eduardo (Eaton - Intern)" userId="ca85b818-8f9b-4460-a22f-fcd2c2c82cfc" providerId="ADAL" clId="{E481BE57-0415-4D48-819C-56AB10ECFD8F}" dt="2026-05-07T17:44:52.916" v="3019" actId="1076"/>
          <ac:spMkLst>
            <pc:docMk/>
            <pc:sldMk cId="0" sldId="467"/>
            <ac:spMk id="40" creationId="{720979CF-3619-6D36-5142-8D9EE6CE91A5}"/>
          </ac:spMkLst>
        </pc:spChg>
        <pc:spChg chg="add mod">
          <ac:chgData name="Apolinario, Eduardo (Eaton - Intern)" userId="ca85b818-8f9b-4460-a22f-fcd2c2c82cfc" providerId="ADAL" clId="{E481BE57-0415-4D48-819C-56AB10ECFD8F}" dt="2026-05-20T11:02:54.177" v="3332" actId="20577"/>
          <ac:spMkLst>
            <pc:docMk/>
            <pc:sldMk cId="0" sldId="467"/>
            <ac:spMk id="41" creationId="{70B1E74A-6F51-1222-5CAE-771290FECE79}"/>
          </ac:spMkLst>
        </pc:spChg>
        <pc:grpChg chg="mod">
          <ac:chgData name="Apolinario, Eduardo (Eaton - Intern)" userId="ca85b818-8f9b-4460-a22f-fcd2c2c82cfc" providerId="ADAL" clId="{E481BE57-0415-4D48-819C-56AB10ECFD8F}" dt="2026-05-04T13:43:03.465" v="1362" actId="1076"/>
          <ac:grpSpMkLst>
            <pc:docMk/>
            <pc:sldMk cId="0" sldId="467"/>
            <ac:grpSpMk id="33" creationId="{91CB4187-EAB3-4029-9D62-51EF80C44D3D}"/>
          </ac:grpSpMkLst>
        </pc:grpChg>
        <pc:picChg chg="mod">
          <ac:chgData name="Apolinario, Eduardo (Eaton - Intern)" userId="ca85b818-8f9b-4460-a22f-fcd2c2c82cfc" providerId="ADAL" clId="{E481BE57-0415-4D48-819C-56AB10ECFD8F}" dt="2026-05-04T13:43:03.465" v="1362" actId="1076"/>
          <ac:picMkLst>
            <pc:docMk/>
            <pc:sldMk cId="0" sldId="467"/>
            <ac:picMk id="34" creationId="{BD0EA148-E64D-4091-AAB1-EE27554E1458}"/>
          </ac:picMkLst>
        </pc:picChg>
        <pc:picChg chg="mod">
          <ac:chgData name="Apolinario, Eduardo (Eaton - Intern)" userId="ca85b818-8f9b-4460-a22f-fcd2c2c82cfc" providerId="ADAL" clId="{E481BE57-0415-4D48-819C-56AB10ECFD8F}" dt="2026-05-04T13:43:03.465" v="1362" actId="1076"/>
          <ac:picMkLst>
            <pc:docMk/>
            <pc:sldMk cId="0" sldId="467"/>
            <ac:picMk id="35" creationId="{A8FC4854-42F6-4647-A2A3-FC45B77FEECA}"/>
          </ac:picMkLst>
        </pc:picChg>
        <pc:cxnChg chg="mod">
          <ac:chgData name="Apolinario, Eduardo (Eaton - Intern)" userId="ca85b818-8f9b-4460-a22f-fcd2c2c82cfc" providerId="ADAL" clId="{E481BE57-0415-4D48-819C-56AB10ECFD8F}" dt="2026-05-07T17:34:40.856" v="2823" actId="1076"/>
          <ac:cxnSpMkLst>
            <pc:docMk/>
            <pc:sldMk cId="0" sldId="467"/>
            <ac:cxnSpMk id="4" creationId="{D04E0F27-0F58-AAD0-D043-394F2E725966}"/>
          </ac:cxnSpMkLst>
        </pc:cxnChg>
        <pc:cxnChg chg="mod">
          <ac:chgData name="Apolinario, Eduardo (Eaton - Intern)" userId="ca85b818-8f9b-4460-a22f-fcd2c2c82cfc" providerId="ADAL" clId="{E481BE57-0415-4D48-819C-56AB10ECFD8F}" dt="2026-05-07T17:41:16.415" v="3007" actId="1038"/>
          <ac:cxnSpMkLst>
            <pc:docMk/>
            <pc:sldMk cId="0" sldId="467"/>
            <ac:cxnSpMk id="8" creationId="{ED8F45C9-8E6B-C627-9DDA-DA8403F754E5}"/>
          </ac:cxnSpMkLst>
        </pc:cxnChg>
        <pc:cxnChg chg="mod">
          <ac:chgData name="Apolinario, Eduardo (Eaton - Intern)" userId="ca85b818-8f9b-4460-a22f-fcd2c2c82cfc" providerId="ADAL" clId="{E481BE57-0415-4D48-819C-56AB10ECFD8F}" dt="2026-05-07T17:41:16.415" v="3007" actId="1038"/>
          <ac:cxnSpMkLst>
            <pc:docMk/>
            <pc:sldMk cId="0" sldId="467"/>
            <ac:cxnSpMk id="10" creationId="{AE4034AB-3D61-688D-DCC4-2CDCFE492AB7}"/>
          </ac:cxnSpMkLst>
        </pc:cxnChg>
        <pc:cxnChg chg="mod">
          <ac:chgData name="Apolinario, Eduardo (Eaton - Intern)" userId="ca85b818-8f9b-4460-a22f-fcd2c2c82cfc" providerId="ADAL" clId="{E481BE57-0415-4D48-819C-56AB10ECFD8F}" dt="2026-05-07T17:35:50.728" v="2828" actId="1076"/>
          <ac:cxnSpMkLst>
            <pc:docMk/>
            <pc:sldMk cId="0" sldId="467"/>
            <ac:cxnSpMk id="11" creationId="{C8BEA0C8-0121-E7CF-A39B-6C6EB0399E58}"/>
          </ac:cxnSpMkLst>
        </pc:cxnChg>
        <pc:cxnChg chg="mod">
          <ac:chgData name="Apolinario, Eduardo (Eaton - Intern)" userId="ca85b818-8f9b-4460-a22f-fcd2c2c82cfc" providerId="ADAL" clId="{E481BE57-0415-4D48-819C-56AB10ECFD8F}" dt="2026-05-07T17:43:00.532" v="3015" actId="1076"/>
          <ac:cxnSpMkLst>
            <pc:docMk/>
            <pc:sldMk cId="0" sldId="467"/>
            <ac:cxnSpMk id="12" creationId="{1D54C46B-8BC1-7A5D-3682-FD7A8BC00B9C}"/>
          </ac:cxnSpMkLst>
        </pc:cxnChg>
        <pc:cxnChg chg="mod">
          <ac:chgData name="Apolinario, Eduardo (Eaton - Intern)" userId="ca85b818-8f9b-4460-a22f-fcd2c2c82cfc" providerId="ADAL" clId="{E481BE57-0415-4D48-819C-56AB10ECFD8F}" dt="2026-05-07T17:39:21.173" v="2956" actId="1038"/>
          <ac:cxnSpMkLst>
            <pc:docMk/>
            <pc:sldMk cId="0" sldId="467"/>
            <ac:cxnSpMk id="13" creationId="{BB44CB97-5AA2-076A-C74B-51BE37F64697}"/>
          </ac:cxnSpMkLst>
        </pc:cxnChg>
        <pc:cxnChg chg="add mod">
          <ac:chgData name="Apolinario, Eduardo (Eaton - Intern)" userId="ca85b818-8f9b-4460-a22f-fcd2c2c82cfc" providerId="ADAL" clId="{E481BE57-0415-4D48-819C-56AB10ECFD8F}" dt="2026-05-11T16:50:49.922" v="3191" actId="1076"/>
          <ac:cxnSpMkLst>
            <pc:docMk/>
            <pc:sldMk cId="0" sldId="467"/>
            <ac:cxnSpMk id="44" creationId="{CFC636C8-7207-A879-8DDA-548AF72C54D3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eaton-my.sharepoint.com/personal/eduardoapolinario_eaton_com/Documents/Yellow%20Belt/Gr&#225;fico_Pareto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b="1" dirty="0">
                <a:solidFill>
                  <a:schemeClr val="tx1"/>
                </a:solidFill>
              </a:rPr>
              <a:t>Pareto</a:t>
            </a:r>
            <a:r>
              <a:rPr lang="pt-BR" b="1" baseline="0" dirty="0">
                <a:solidFill>
                  <a:schemeClr val="tx1"/>
                </a:solidFill>
              </a:rPr>
              <a:t> - Tempo Gasto por Atividade</a:t>
            </a:r>
            <a:endParaRPr lang="pt-BR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Exemplo!$D$4</c:f>
              <c:strCache>
                <c:ptCount val="1"/>
                <c:pt idx="0">
                  <c:v>Tempo gasto (min)</c:v>
                </c:pt>
              </c:strCache>
            </c:strRef>
          </c:tx>
          <c:spPr>
            <a:solidFill>
              <a:srgbClr val="0066FF"/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Exemplo!$C$5:$C$9</c:f>
              <c:strCache>
                <c:ptCount val="5"/>
                <c:pt idx="0">
                  <c:v>Separar notas por LPN</c:v>
                </c:pt>
                <c:pt idx="1">
                  <c:v>Imprimir etiquetas</c:v>
                </c:pt>
                <c:pt idx="2">
                  <c:v>Separar notas paga guia</c:v>
                </c:pt>
                <c:pt idx="3">
                  <c:v>Imprimir notas fiscais</c:v>
                </c:pt>
                <c:pt idx="4">
                  <c:v>Separar vide nota</c:v>
                </c:pt>
              </c:strCache>
            </c:strRef>
          </c:cat>
          <c:val>
            <c:numRef>
              <c:f>Exemplo!$D$5:$D$9</c:f>
              <c:numCache>
                <c:formatCode>General</c:formatCode>
                <c:ptCount val="5"/>
                <c:pt idx="0">
                  <c:v>120</c:v>
                </c:pt>
                <c:pt idx="1">
                  <c:v>60</c:v>
                </c:pt>
                <c:pt idx="2">
                  <c:v>10</c:v>
                </c:pt>
                <c:pt idx="3">
                  <c:v>5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62-4CF0-8CB4-20EF87B14D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33347520"/>
        <c:axId val="833345000"/>
      </c:barChart>
      <c:lineChart>
        <c:grouping val="standard"/>
        <c:varyColors val="0"/>
        <c:ser>
          <c:idx val="1"/>
          <c:order val="1"/>
          <c:tx>
            <c:strRef>
              <c:f>Exemplo!$F$4</c:f>
              <c:strCache>
                <c:ptCount val="1"/>
                <c:pt idx="0">
                  <c:v>Acumulado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Ref>
              <c:f>Exemplo!$C$5:$C$9</c:f>
              <c:strCache>
                <c:ptCount val="5"/>
                <c:pt idx="0">
                  <c:v>Separar notas por LPN</c:v>
                </c:pt>
                <c:pt idx="1">
                  <c:v>Imprimir etiquetas</c:v>
                </c:pt>
                <c:pt idx="2">
                  <c:v>Separar notas paga guia</c:v>
                </c:pt>
                <c:pt idx="3">
                  <c:v>Imprimir notas fiscais</c:v>
                </c:pt>
                <c:pt idx="4">
                  <c:v>Separar vide nota</c:v>
                </c:pt>
              </c:strCache>
            </c:strRef>
          </c:cat>
          <c:val>
            <c:numRef>
              <c:f>Exemplo!$F$5:$F$9</c:f>
              <c:numCache>
                <c:formatCode>0.00</c:formatCode>
                <c:ptCount val="5"/>
                <c:pt idx="0">
                  <c:v>60.913705583756354</c:v>
                </c:pt>
                <c:pt idx="1">
                  <c:v>91.370558375634531</c:v>
                </c:pt>
                <c:pt idx="2">
                  <c:v>96.446700507614224</c:v>
                </c:pt>
                <c:pt idx="3">
                  <c:v>98.984771573604078</c:v>
                </c:pt>
                <c:pt idx="4">
                  <c:v>100.00000000000001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462-4CF0-8CB4-20EF87B14D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33353640"/>
        <c:axId val="833352920"/>
      </c:lineChart>
      <c:catAx>
        <c:axId val="8333475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 sz="1050" b="1" dirty="0">
                    <a:solidFill>
                      <a:schemeClr val="tx1"/>
                    </a:solidFill>
                  </a:rPr>
                  <a:t>Atividades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33345000"/>
        <c:crosses val="autoZero"/>
        <c:auto val="1"/>
        <c:lblAlgn val="ctr"/>
        <c:lblOffset val="100"/>
        <c:noMultiLvlLbl val="0"/>
      </c:catAx>
      <c:valAx>
        <c:axId val="833345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 sz="1050" b="1" dirty="0">
                    <a:solidFill>
                      <a:schemeClr val="tx1"/>
                    </a:solidFill>
                  </a:rPr>
                  <a:t>Tempo</a:t>
                </a:r>
                <a:r>
                  <a:rPr lang="pt-BR" sz="1050" b="1" baseline="0" dirty="0">
                    <a:solidFill>
                      <a:schemeClr val="tx1"/>
                    </a:solidFill>
                  </a:rPr>
                  <a:t> (min)</a:t>
                </a:r>
                <a:endParaRPr lang="pt-BR" sz="1050" b="1" dirty="0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9.0061231506802404E-3"/>
              <c:y val="0.357582891612877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33347520"/>
        <c:crosses val="autoZero"/>
        <c:crossBetween val="between"/>
      </c:valAx>
      <c:valAx>
        <c:axId val="833352920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 sz="1050" b="1" dirty="0">
                    <a:solidFill>
                      <a:schemeClr val="tx1"/>
                    </a:solidFill>
                  </a:rPr>
                  <a:t>% Acumulado</a:t>
                </a:r>
              </a:p>
            </c:rich>
          </c:tx>
          <c:layout>
            <c:manualLayout>
              <c:xMode val="edge"/>
              <c:yMode val="edge"/>
              <c:x val="0.97159849669670784"/>
              <c:y val="0.3486105923763890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33353640"/>
        <c:crosses val="max"/>
        <c:crossBetween val="between"/>
      </c:valAx>
      <c:catAx>
        <c:axId val="8333536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33352920"/>
        <c:crosses val="autoZero"/>
        <c:auto val="1"/>
        <c:lblAlgn val="ctr"/>
        <c:lblOffset val="100"/>
        <c:noMultiLvlLbl val="0"/>
      </c:catAx>
      <c:spPr>
        <a:noFill/>
        <a:ln>
          <a:solidFill>
            <a:schemeClr val="accent1"/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/>
      </a:solidFill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0FB3EE-C2DC-4F70-99AE-5E056F43794B}" type="doc">
      <dgm:prSet loTypeId="urn:microsoft.com/office/officeart/2008/layout/RadialCluster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8607263B-36CA-4917-AC97-DC836FE228B3}">
      <dgm:prSet phldrT="[Texto]" custT="1"/>
      <dgm:spPr>
        <a:solidFill>
          <a:schemeClr val="tx1"/>
        </a:solidFill>
      </dgm:spPr>
      <dgm:t>
        <a:bodyPr/>
        <a:lstStyle/>
        <a:p>
          <a:pPr algn="ctr"/>
          <a:r>
            <a:rPr lang="pt-BR" sz="1100" dirty="0"/>
            <a:t>Baixa eficiência no processo de impressão e organização de NFs</a:t>
          </a:r>
        </a:p>
      </dgm:t>
    </dgm:pt>
    <dgm:pt modelId="{32E823F6-6E03-49F8-AC8A-1573A3E0DABF}" type="parTrans" cxnId="{4642A68B-8A4E-4273-AD6A-25172DEF08A2}">
      <dgm:prSet/>
      <dgm:spPr/>
      <dgm:t>
        <a:bodyPr/>
        <a:lstStyle/>
        <a:p>
          <a:endParaRPr lang="pt-BR"/>
        </a:p>
      </dgm:t>
    </dgm:pt>
    <dgm:pt modelId="{8AD43689-8101-4815-AEE1-90BE8E176DA1}" type="sibTrans" cxnId="{4642A68B-8A4E-4273-AD6A-25172DEF08A2}">
      <dgm:prSet/>
      <dgm:spPr/>
      <dgm:t>
        <a:bodyPr/>
        <a:lstStyle/>
        <a:p>
          <a:endParaRPr lang="pt-BR"/>
        </a:p>
      </dgm:t>
    </dgm:pt>
    <dgm:pt modelId="{08692BEF-33A2-4E2A-9441-B1F8FF14564A}">
      <dgm:prSet phldrT="[Texto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pt-BR" sz="1100" dirty="0"/>
            <a:t>As ferramentas estão adequadas?</a:t>
          </a:r>
        </a:p>
      </dgm:t>
    </dgm:pt>
    <dgm:pt modelId="{9FB138CE-F03C-446E-B470-582FF3E52C95}" type="parTrans" cxnId="{F1DC9F5A-0F31-457F-A4C2-EDC871B04659}">
      <dgm:prSet/>
      <dgm:spPr>
        <a:ln>
          <a:solidFill>
            <a:schemeClr val="tx1"/>
          </a:solidFill>
        </a:ln>
      </dgm:spPr>
      <dgm:t>
        <a:bodyPr/>
        <a:lstStyle/>
        <a:p>
          <a:endParaRPr lang="pt-BR"/>
        </a:p>
      </dgm:t>
    </dgm:pt>
    <dgm:pt modelId="{285977BA-8E5F-4F2F-A65B-4C16BF146D33}" type="sibTrans" cxnId="{F1DC9F5A-0F31-457F-A4C2-EDC871B04659}">
      <dgm:prSet/>
      <dgm:spPr/>
      <dgm:t>
        <a:bodyPr/>
        <a:lstStyle/>
        <a:p>
          <a:endParaRPr lang="pt-BR"/>
        </a:p>
      </dgm:t>
    </dgm:pt>
    <dgm:pt modelId="{2D81AE5E-8D6D-4319-A7D8-F087E871E23D}">
      <dgm:prSet phldrT="[Texto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pt-BR" sz="1100" dirty="0"/>
            <a:t>O processo está claro?</a:t>
          </a:r>
        </a:p>
      </dgm:t>
    </dgm:pt>
    <dgm:pt modelId="{5CCA8DEE-11E3-4A6B-9761-BF9B48543ADD}" type="parTrans" cxnId="{DDC03F91-1400-4F78-A3F3-0A271BC1A241}">
      <dgm:prSet/>
      <dgm:spPr>
        <a:ln>
          <a:solidFill>
            <a:schemeClr val="tx1"/>
          </a:solidFill>
        </a:ln>
      </dgm:spPr>
      <dgm:t>
        <a:bodyPr/>
        <a:lstStyle/>
        <a:p>
          <a:endParaRPr lang="pt-BR"/>
        </a:p>
      </dgm:t>
    </dgm:pt>
    <dgm:pt modelId="{85EDF9CF-32A1-4FE4-A799-910CC2E6C14F}" type="sibTrans" cxnId="{DDC03F91-1400-4F78-A3F3-0A271BC1A241}">
      <dgm:prSet/>
      <dgm:spPr/>
      <dgm:t>
        <a:bodyPr/>
        <a:lstStyle/>
        <a:p>
          <a:endParaRPr lang="pt-BR"/>
        </a:p>
      </dgm:t>
    </dgm:pt>
    <dgm:pt modelId="{0DC3F290-DFC1-4AD8-999E-C5AB93E2C69B}">
      <dgm:prSet phldrT="[Texto]" phldr="1"/>
      <dgm:spPr/>
      <dgm:t>
        <a:bodyPr/>
        <a:lstStyle/>
        <a:p>
          <a:endParaRPr lang="pt-BR"/>
        </a:p>
      </dgm:t>
    </dgm:pt>
    <dgm:pt modelId="{DA562AB1-B375-46D8-8AC9-71D82A67BE3C}" type="parTrans" cxnId="{B12B754F-203F-44BD-8F48-F6DA571BBFB3}">
      <dgm:prSet/>
      <dgm:spPr/>
      <dgm:t>
        <a:bodyPr/>
        <a:lstStyle/>
        <a:p>
          <a:endParaRPr lang="pt-BR"/>
        </a:p>
      </dgm:t>
    </dgm:pt>
    <dgm:pt modelId="{20664E70-E28B-44B7-B184-A1E8619B920A}" type="sibTrans" cxnId="{B12B754F-203F-44BD-8F48-F6DA571BBFB3}">
      <dgm:prSet/>
      <dgm:spPr/>
      <dgm:t>
        <a:bodyPr/>
        <a:lstStyle/>
        <a:p>
          <a:endParaRPr lang="pt-BR"/>
        </a:p>
      </dgm:t>
    </dgm:pt>
    <dgm:pt modelId="{F2F68314-1670-469D-90F7-989F9EAE3B15}">
      <dgm:prSet phldrT="[Texto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pt-BR" sz="1100" dirty="0"/>
            <a:t>O retrabalho é causado por falta de ordenação?</a:t>
          </a:r>
        </a:p>
      </dgm:t>
    </dgm:pt>
    <dgm:pt modelId="{E4755D59-0C03-454E-89D5-6662852770FB}" type="parTrans" cxnId="{B8204D61-A6E0-433F-8C8F-4AF2082CEE6C}">
      <dgm:prSet/>
      <dgm:spPr>
        <a:ln>
          <a:solidFill>
            <a:schemeClr val="tx1"/>
          </a:solidFill>
        </a:ln>
      </dgm:spPr>
      <dgm:t>
        <a:bodyPr/>
        <a:lstStyle/>
        <a:p>
          <a:endParaRPr lang="pt-BR"/>
        </a:p>
      </dgm:t>
    </dgm:pt>
    <dgm:pt modelId="{1CA77330-F82A-406F-A976-73FDCF3196C3}" type="sibTrans" cxnId="{B8204D61-A6E0-433F-8C8F-4AF2082CEE6C}">
      <dgm:prSet/>
      <dgm:spPr/>
      <dgm:t>
        <a:bodyPr/>
        <a:lstStyle/>
        <a:p>
          <a:endParaRPr lang="pt-BR"/>
        </a:p>
      </dgm:t>
    </dgm:pt>
    <dgm:pt modelId="{2AFEDCE4-6219-43E7-B9B6-8696D220E5A5}">
      <dgm:prSet phldrT="[Texto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pt-BR" sz="1200" dirty="0"/>
            <a:t>As ferramentas são de fácil acesso?</a:t>
          </a:r>
        </a:p>
      </dgm:t>
    </dgm:pt>
    <dgm:pt modelId="{34EFB3D8-F0C4-4C46-8C2B-F88FAC0A271D}" type="parTrans" cxnId="{681C226B-E06C-4040-B8AB-43217AD2802B}">
      <dgm:prSet/>
      <dgm:spPr>
        <a:ln>
          <a:solidFill>
            <a:schemeClr val="tx1"/>
          </a:solidFill>
        </a:ln>
      </dgm:spPr>
      <dgm:t>
        <a:bodyPr/>
        <a:lstStyle/>
        <a:p>
          <a:endParaRPr lang="pt-BR"/>
        </a:p>
      </dgm:t>
    </dgm:pt>
    <dgm:pt modelId="{CC82DB40-9590-4F41-B01E-864F32DF200D}" type="sibTrans" cxnId="{681C226B-E06C-4040-B8AB-43217AD2802B}">
      <dgm:prSet/>
      <dgm:spPr/>
      <dgm:t>
        <a:bodyPr/>
        <a:lstStyle/>
        <a:p>
          <a:endParaRPr lang="pt-BR"/>
        </a:p>
      </dgm:t>
    </dgm:pt>
    <dgm:pt modelId="{3D26A943-411E-4DDA-9F89-31B5CCF4A408}">
      <dgm:prSet phldrT="[Texto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pt-BR" sz="1200" dirty="0"/>
            <a:t>O processo atual é estável?</a:t>
          </a:r>
        </a:p>
      </dgm:t>
    </dgm:pt>
    <dgm:pt modelId="{BA1D2BC3-D8B1-4E05-B9F5-633B9FA5CDFD}" type="parTrans" cxnId="{13167209-8E8E-47F8-9A25-C651B87DEA31}">
      <dgm:prSet/>
      <dgm:spPr>
        <a:ln>
          <a:solidFill>
            <a:schemeClr val="tx1"/>
          </a:solidFill>
        </a:ln>
      </dgm:spPr>
      <dgm:t>
        <a:bodyPr/>
        <a:lstStyle/>
        <a:p>
          <a:endParaRPr lang="pt-BR"/>
        </a:p>
      </dgm:t>
    </dgm:pt>
    <dgm:pt modelId="{AB9A6F2F-EA81-4273-B50E-EE12D322E634}" type="sibTrans" cxnId="{13167209-8E8E-47F8-9A25-C651B87DEA31}">
      <dgm:prSet/>
      <dgm:spPr/>
      <dgm:t>
        <a:bodyPr/>
        <a:lstStyle/>
        <a:p>
          <a:endParaRPr lang="pt-BR"/>
        </a:p>
      </dgm:t>
    </dgm:pt>
    <dgm:pt modelId="{F0381BB5-269E-4496-BA45-270B596E2EA3}">
      <dgm:prSet phldrT="[Texto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pt-BR" sz="1200" dirty="0"/>
            <a:t>Os procedimentos são de fácil acesso?</a:t>
          </a:r>
        </a:p>
      </dgm:t>
    </dgm:pt>
    <dgm:pt modelId="{C8E03717-9675-4E1F-B2DC-ECC0F149833B}" type="parTrans" cxnId="{25490046-6067-4664-8A1E-53F25A29E4DE}">
      <dgm:prSet/>
      <dgm:spPr>
        <a:ln>
          <a:solidFill>
            <a:schemeClr val="tx1"/>
          </a:solidFill>
        </a:ln>
      </dgm:spPr>
      <dgm:t>
        <a:bodyPr/>
        <a:lstStyle/>
        <a:p>
          <a:endParaRPr lang="pt-BR"/>
        </a:p>
      </dgm:t>
    </dgm:pt>
    <dgm:pt modelId="{6C154F85-F967-4BEA-8220-1B9D39B7AAC4}" type="sibTrans" cxnId="{25490046-6067-4664-8A1E-53F25A29E4DE}">
      <dgm:prSet/>
      <dgm:spPr/>
      <dgm:t>
        <a:bodyPr/>
        <a:lstStyle/>
        <a:p>
          <a:endParaRPr lang="pt-BR"/>
        </a:p>
      </dgm:t>
    </dgm:pt>
    <dgm:pt modelId="{9256E7BB-1BD3-47D2-A6A3-DA4E72DF76F8}">
      <dgm:prSet phldrT="[Texto]" custT="1"/>
      <dgm:spPr>
        <a:solidFill>
          <a:schemeClr val="tx2">
            <a:lumMod val="75000"/>
          </a:schemeClr>
        </a:solidFill>
        <a:ln>
          <a:noFill/>
        </a:ln>
      </dgm:spPr>
      <dgm:t>
        <a:bodyPr/>
        <a:lstStyle/>
        <a:p>
          <a:r>
            <a:rPr lang="pt-BR" sz="1050" dirty="0"/>
            <a:t>Existe padronização no processo?</a:t>
          </a:r>
        </a:p>
      </dgm:t>
    </dgm:pt>
    <dgm:pt modelId="{DBB11D29-745B-4D9C-841F-9B78C28ABA6F}" type="parTrans" cxnId="{15B38C08-D968-404D-AD2C-6056FA593F63}">
      <dgm:prSet/>
      <dgm:spPr>
        <a:ln>
          <a:solidFill>
            <a:schemeClr val="tx1"/>
          </a:solidFill>
        </a:ln>
      </dgm:spPr>
      <dgm:t>
        <a:bodyPr/>
        <a:lstStyle/>
        <a:p>
          <a:endParaRPr lang="pt-BR"/>
        </a:p>
      </dgm:t>
    </dgm:pt>
    <dgm:pt modelId="{45DC9A08-DA8B-4A48-8890-7BA001E3BBBA}" type="sibTrans" cxnId="{15B38C08-D968-404D-AD2C-6056FA593F63}">
      <dgm:prSet/>
      <dgm:spPr/>
      <dgm:t>
        <a:bodyPr/>
        <a:lstStyle/>
        <a:p>
          <a:endParaRPr lang="pt-BR"/>
        </a:p>
      </dgm:t>
    </dgm:pt>
    <dgm:pt modelId="{3F4F98AA-DE0E-4A83-9660-516566AD4F1E}">
      <dgm:prSet phldrT="[Texto]" custT="1"/>
      <dgm:spPr>
        <a:solidFill>
          <a:schemeClr val="tx2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pt-BR" sz="1050" dirty="0"/>
            <a:t>A execução do processo segue o padrão definido?</a:t>
          </a:r>
        </a:p>
      </dgm:t>
    </dgm:pt>
    <dgm:pt modelId="{E1645261-7614-449E-AAB8-6F24583BEB33}" type="parTrans" cxnId="{E141F612-FB5E-4FAB-9D0A-DF946BB1E6CC}">
      <dgm:prSet/>
      <dgm:spPr>
        <a:ln>
          <a:solidFill>
            <a:schemeClr val="tx1"/>
          </a:solidFill>
        </a:ln>
      </dgm:spPr>
      <dgm:t>
        <a:bodyPr/>
        <a:lstStyle/>
        <a:p>
          <a:endParaRPr lang="pt-BR"/>
        </a:p>
      </dgm:t>
    </dgm:pt>
    <dgm:pt modelId="{CD761FEF-A843-41AD-AF84-4EEA3624967D}" type="sibTrans" cxnId="{E141F612-FB5E-4FAB-9D0A-DF946BB1E6CC}">
      <dgm:prSet/>
      <dgm:spPr/>
      <dgm:t>
        <a:bodyPr/>
        <a:lstStyle/>
        <a:p>
          <a:endParaRPr lang="pt-BR"/>
        </a:p>
      </dgm:t>
    </dgm:pt>
    <dgm:pt modelId="{76BB12EF-44F9-48EE-B1BD-56E3968AFD84}">
      <dgm:prSet phldrT="[Texto]" custT="1"/>
      <dgm:spPr>
        <a:solidFill>
          <a:schemeClr val="tx2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pt-BR" sz="1050" dirty="0"/>
            <a:t>Podemos automatizar algum processo?</a:t>
          </a:r>
        </a:p>
      </dgm:t>
    </dgm:pt>
    <dgm:pt modelId="{C6B9CDDC-BAAF-4720-A497-FF4B98A17FF2}" type="parTrans" cxnId="{80E67994-02BE-4C06-97AC-BA7E7638CD5A}">
      <dgm:prSet/>
      <dgm:spPr>
        <a:ln>
          <a:solidFill>
            <a:schemeClr val="tx1"/>
          </a:solidFill>
        </a:ln>
      </dgm:spPr>
      <dgm:t>
        <a:bodyPr/>
        <a:lstStyle/>
        <a:p>
          <a:endParaRPr lang="pt-BR"/>
        </a:p>
      </dgm:t>
    </dgm:pt>
    <dgm:pt modelId="{D5937846-BFC6-4CCB-8B59-A9E1CF980004}" type="sibTrans" cxnId="{80E67994-02BE-4C06-97AC-BA7E7638CD5A}">
      <dgm:prSet/>
      <dgm:spPr/>
      <dgm:t>
        <a:bodyPr/>
        <a:lstStyle/>
        <a:p>
          <a:endParaRPr lang="pt-BR"/>
        </a:p>
      </dgm:t>
    </dgm:pt>
    <dgm:pt modelId="{273DA0D8-000F-4A00-89EA-2006CFB4C598}">
      <dgm:prSet phldrT="[Texto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pt-BR" sz="1200" dirty="0"/>
            <a:t>Existe retrabalho no processo?</a:t>
          </a:r>
        </a:p>
      </dgm:t>
    </dgm:pt>
    <dgm:pt modelId="{F97EB7E9-6699-48FB-A26E-6E3E51309279}" type="parTrans" cxnId="{244677A0-DA13-4614-816F-B51F89740395}">
      <dgm:prSet/>
      <dgm:spPr>
        <a:ln>
          <a:solidFill>
            <a:schemeClr val="tx1"/>
          </a:solidFill>
        </a:ln>
      </dgm:spPr>
      <dgm:t>
        <a:bodyPr/>
        <a:lstStyle/>
        <a:p>
          <a:endParaRPr lang="pt-BR"/>
        </a:p>
      </dgm:t>
    </dgm:pt>
    <dgm:pt modelId="{0AB5605F-5EDE-4786-856B-596BB68F36D1}" type="sibTrans" cxnId="{244677A0-DA13-4614-816F-B51F89740395}">
      <dgm:prSet/>
      <dgm:spPr/>
      <dgm:t>
        <a:bodyPr/>
        <a:lstStyle/>
        <a:p>
          <a:endParaRPr lang="pt-BR"/>
        </a:p>
      </dgm:t>
    </dgm:pt>
    <dgm:pt modelId="{E7EA5C7C-EE24-4A7E-966E-5F64F37615FA}">
      <dgm:prSet phldrT="[Texto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pt-BR" sz="1100" dirty="0"/>
            <a:t>O retrabalho é causado por falhas na impressão ou ordenação?</a:t>
          </a:r>
        </a:p>
      </dgm:t>
    </dgm:pt>
    <dgm:pt modelId="{062DA9C3-077B-498E-B852-8947A8C97890}" type="parTrans" cxnId="{EA529D12-CDB3-40D8-A893-399EB7E5B1BD}">
      <dgm:prSet/>
      <dgm:spPr>
        <a:ln>
          <a:solidFill>
            <a:schemeClr val="tx1"/>
          </a:solidFill>
        </a:ln>
      </dgm:spPr>
      <dgm:t>
        <a:bodyPr/>
        <a:lstStyle/>
        <a:p>
          <a:endParaRPr lang="pt-BR"/>
        </a:p>
      </dgm:t>
    </dgm:pt>
    <dgm:pt modelId="{3F1CB6B6-29AB-4B17-8A4C-0747D623962F}" type="sibTrans" cxnId="{EA529D12-CDB3-40D8-A893-399EB7E5B1BD}">
      <dgm:prSet/>
      <dgm:spPr/>
      <dgm:t>
        <a:bodyPr/>
        <a:lstStyle/>
        <a:p>
          <a:endParaRPr lang="pt-BR"/>
        </a:p>
      </dgm:t>
    </dgm:pt>
    <dgm:pt modelId="{2CF2D0FA-2C1B-43F3-BF36-3CAAF6F1EFF8}">
      <dgm:prSet phldrT="[Texto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pt-BR" sz="1100" dirty="0"/>
            <a:t>Há atividades que não agregam valor?</a:t>
          </a:r>
        </a:p>
      </dgm:t>
    </dgm:pt>
    <dgm:pt modelId="{BCFFF0E1-0202-4C81-9E51-12F42B2B47C9}" type="parTrans" cxnId="{D018FC0E-D88E-4ECC-8522-FFB15F640270}">
      <dgm:prSet/>
      <dgm:spPr>
        <a:ln>
          <a:solidFill>
            <a:schemeClr val="tx1"/>
          </a:solidFill>
        </a:ln>
      </dgm:spPr>
      <dgm:t>
        <a:bodyPr/>
        <a:lstStyle/>
        <a:p>
          <a:endParaRPr lang="pt-BR"/>
        </a:p>
      </dgm:t>
    </dgm:pt>
    <dgm:pt modelId="{98EA0699-6907-4C41-91C0-34613AA9EEF1}" type="sibTrans" cxnId="{D018FC0E-D88E-4ECC-8522-FFB15F640270}">
      <dgm:prSet/>
      <dgm:spPr/>
      <dgm:t>
        <a:bodyPr/>
        <a:lstStyle/>
        <a:p>
          <a:endParaRPr lang="pt-BR"/>
        </a:p>
      </dgm:t>
    </dgm:pt>
    <dgm:pt modelId="{8A7DDB5A-15F9-4FA2-AA39-C79D24DF9CD5}">
      <dgm:prSet phldrT="[Texto]" custT="1"/>
      <dgm:spPr>
        <a:solidFill>
          <a:schemeClr val="tx2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pt-BR" sz="1000" dirty="0"/>
            <a:t>Perdemos tempo em realizar algum processo?</a:t>
          </a:r>
        </a:p>
      </dgm:t>
    </dgm:pt>
    <dgm:pt modelId="{2FF9DC08-0942-452A-B995-B0549D7B6B0E}" type="parTrans" cxnId="{B69C8592-46FC-4A84-A87F-B10BF01A4B23}">
      <dgm:prSet/>
      <dgm:spPr>
        <a:ln>
          <a:solidFill>
            <a:schemeClr val="tx1">
              <a:lumMod val="75000"/>
              <a:lumOff val="25000"/>
            </a:schemeClr>
          </a:solidFill>
        </a:ln>
      </dgm:spPr>
      <dgm:t>
        <a:bodyPr/>
        <a:lstStyle/>
        <a:p>
          <a:endParaRPr lang="pt-BR"/>
        </a:p>
      </dgm:t>
    </dgm:pt>
    <dgm:pt modelId="{88B0684F-FBC9-41E5-8FE0-48E094365CAB}" type="sibTrans" cxnId="{B69C8592-46FC-4A84-A87F-B10BF01A4B23}">
      <dgm:prSet/>
      <dgm:spPr/>
      <dgm:t>
        <a:bodyPr/>
        <a:lstStyle/>
        <a:p>
          <a:endParaRPr lang="pt-BR"/>
        </a:p>
      </dgm:t>
    </dgm:pt>
    <dgm:pt modelId="{85756278-233E-4C99-BB00-D53F496CE6B6}">
      <dgm:prSet phldrT="[Texto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pt-BR" sz="1200" dirty="0"/>
            <a:t>As ferramentas suportam o volume atual?</a:t>
          </a:r>
        </a:p>
      </dgm:t>
    </dgm:pt>
    <dgm:pt modelId="{55999E13-0A2D-48BC-9607-CD7725E83CEC}" type="sibTrans" cxnId="{48879A1D-79BC-4D52-9EDE-B43C8910769E}">
      <dgm:prSet/>
      <dgm:spPr/>
      <dgm:t>
        <a:bodyPr/>
        <a:lstStyle/>
        <a:p>
          <a:endParaRPr lang="pt-BR"/>
        </a:p>
      </dgm:t>
    </dgm:pt>
    <dgm:pt modelId="{998BA070-EB7D-47FC-A0CC-CBEC07D990F3}" type="parTrans" cxnId="{48879A1D-79BC-4D52-9EDE-B43C8910769E}">
      <dgm:prSet/>
      <dgm:spPr>
        <a:ln>
          <a:solidFill>
            <a:schemeClr val="tx1"/>
          </a:solidFill>
        </a:ln>
      </dgm:spPr>
      <dgm:t>
        <a:bodyPr/>
        <a:lstStyle/>
        <a:p>
          <a:endParaRPr lang="pt-BR"/>
        </a:p>
      </dgm:t>
    </dgm:pt>
    <dgm:pt modelId="{0578F1B8-9D9E-4911-900E-ECB4F409B59B}">
      <dgm:prSet phldrT="[Texto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pt-BR" sz="1200" dirty="0"/>
            <a:t>As regras de ordenação das NFs são claras?</a:t>
          </a:r>
        </a:p>
      </dgm:t>
    </dgm:pt>
    <dgm:pt modelId="{C1D7103F-737F-4D56-8533-98171EDC36D4}" type="parTrans" cxnId="{C104D15B-D32D-4452-ACF8-4B15F06272B5}">
      <dgm:prSet/>
      <dgm:spPr>
        <a:ln>
          <a:solidFill>
            <a:schemeClr val="tx1"/>
          </a:solidFill>
        </a:ln>
      </dgm:spPr>
      <dgm:t>
        <a:bodyPr/>
        <a:lstStyle/>
        <a:p>
          <a:endParaRPr lang="pt-BR"/>
        </a:p>
      </dgm:t>
    </dgm:pt>
    <dgm:pt modelId="{3CF466BE-8324-4FC8-BDE7-7860CF018C51}" type="sibTrans" cxnId="{C104D15B-D32D-4452-ACF8-4B15F06272B5}">
      <dgm:prSet/>
      <dgm:spPr/>
      <dgm:t>
        <a:bodyPr/>
        <a:lstStyle/>
        <a:p>
          <a:endParaRPr lang="pt-BR"/>
        </a:p>
      </dgm:t>
    </dgm:pt>
    <dgm:pt modelId="{797BF32A-3C0C-41E7-A4EA-E6F8AE29A5BD}">
      <dgm:prSet phldrT="[Texto]" custT="1"/>
      <dgm:spPr>
        <a:solidFill>
          <a:schemeClr val="tx2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pt-BR" sz="1050" dirty="0"/>
            <a:t>As regras do processo estão documentadas?</a:t>
          </a:r>
        </a:p>
      </dgm:t>
    </dgm:pt>
    <dgm:pt modelId="{F00370B4-7FF9-4FF9-8932-F08FE72E6A02}" type="sibTrans" cxnId="{98666281-AC16-46DB-A67D-E339572EDC2C}">
      <dgm:prSet/>
      <dgm:spPr/>
      <dgm:t>
        <a:bodyPr/>
        <a:lstStyle/>
        <a:p>
          <a:endParaRPr lang="pt-BR"/>
        </a:p>
      </dgm:t>
    </dgm:pt>
    <dgm:pt modelId="{5A6D2008-4860-4A44-8A45-5434B6A3A61F}" type="parTrans" cxnId="{98666281-AC16-46DB-A67D-E339572EDC2C}">
      <dgm:prSet/>
      <dgm:spPr>
        <a:ln>
          <a:solidFill>
            <a:schemeClr val="tx1"/>
          </a:solidFill>
        </a:ln>
      </dgm:spPr>
      <dgm:t>
        <a:bodyPr/>
        <a:lstStyle/>
        <a:p>
          <a:endParaRPr lang="pt-BR"/>
        </a:p>
      </dgm:t>
    </dgm:pt>
    <dgm:pt modelId="{8A303385-4CBB-4E57-8FFE-BEF84099965A}" type="pres">
      <dgm:prSet presAssocID="{A70FB3EE-C2DC-4F70-99AE-5E056F43794B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BE9A1FF0-419D-401B-9E79-070F64C2F6E6}" type="pres">
      <dgm:prSet presAssocID="{8607263B-36CA-4917-AC97-DC836FE228B3}" presName="textCenter" presStyleLbl="node1" presStyleIdx="0" presStyleCnt="17" custScaleX="169872" custScaleY="97020"/>
      <dgm:spPr/>
    </dgm:pt>
    <dgm:pt modelId="{3B49DEA0-967C-4B5B-95C9-5801CC7BEAAC}" type="pres">
      <dgm:prSet presAssocID="{8607263B-36CA-4917-AC97-DC836FE228B3}" presName="cycle_1" presStyleCnt="0"/>
      <dgm:spPr/>
    </dgm:pt>
    <dgm:pt modelId="{96E35CD8-E0B7-4204-AB44-E9B6A58A7C83}" type="pres">
      <dgm:prSet presAssocID="{08692BEF-33A2-4E2A-9441-B1F8FF14564A}" presName="childCenter1" presStyleLbl="node1" presStyleIdx="1" presStyleCnt="17" custScaleX="215502" custLinFactNeighborY="1400"/>
      <dgm:spPr/>
    </dgm:pt>
    <dgm:pt modelId="{3FF2F18C-98F8-4F25-9FBB-91F4B7EE52D3}" type="pres">
      <dgm:prSet presAssocID="{E4755D59-0C03-454E-89D5-6662852770FB}" presName="Name141" presStyleLbl="parChTrans1D3" presStyleIdx="0" presStyleCnt="12"/>
      <dgm:spPr/>
    </dgm:pt>
    <dgm:pt modelId="{30CB7EAB-68A3-4C4E-B4E0-A508C066B90F}" type="pres">
      <dgm:prSet presAssocID="{F2F68314-1670-469D-90F7-989F9EAE3B15}" presName="text1" presStyleLbl="node1" presStyleIdx="2" presStyleCnt="17" custScaleX="210677" custRadScaleRad="206552" custRadScaleInc="-239">
        <dgm:presLayoutVars>
          <dgm:bulletEnabled val="1"/>
        </dgm:presLayoutVars>
      </dgm:prSet>
      <dgm:spPr/>
    </dgm:pt>
    <dgm:pt modelId="{810E8C5D-EE7B-4980-9190-4A6DD1B65303}" type="pres">
      <dgm:prSet presAssocID="{34EFB3D8-F0C4-4C46-8C2B-F88FAC0A271D}" presName="Name141" presStyleLbl="parChTrans1D3" presStyleIdx="1" presStyleCnt="12"/>
      <dgm:spPr/>
    </dgm:pt>
    <dgm:pt modelId="{C0CA99A3-430B-49A6-8641-8E94B05515F5}" type="pres">
      <dgm:prSet presAssocID="{2AFEDCE4-6219-43E7-B9B6-8696D220E5A5}" presName="text1" presStyleLbl="node1" presStyleIdx="3" presStyleCnt="17" custScaleX="268945" custRadScaleRad="95100">
        <dgm:presLayoutVars>
          <dgm:bulletEnabled val="1"/>
        </dgm:presLayoutVars>
      </dgm:prSet>
      <dgm:spPr/>
    </dgm:pt>
    <dgm:pt modelId="{5FF10AFA-5CBA-4124-BAC2-144A2B90421B}" type="pres">
      <dgm:prSet presAssocID="{998BA070-EB7D-47FC-A0CC-CBEC07D990F3}" presName="Name141" presStyleLbl="parChTrans1D3" presStyleIdx="2" presStyleCnt="12"/>
      <dgm:spPr/>
    </dgm:pt>
    <dgm:pt modelId="{DDEB8452-3297-4B43-8D9F-1A183F91CB0B}" type="pres">
      <dgm:prSet presAssocID="{85756278-233E-4C99-BB00-D53F496CE6B6}" presName="text1" presStyleLbl="node1" presStyleIdx="4" presStyleCnt="17" custScaleX="262113" custRadScaleRad="235752" custRadScaleInc="2216">
        <dgm:presLayoutVars>
          <dgm:bulletEnabled val="1"/>
        </dgm:presLayoutVars>
      </dgm:prSet>
      <dgm:spPr/>
    </dgm:pt>
    <dgm:pt modelId="{7A24B9F5-84A1-4380-8024-54E43C128013}" type="pres">
      <dgm:prSet presAssocID="{9FB138CE-F03C-446E-B470-582FF3E52C95}" presName="Name144" presStyleLbl="parChTrans1D2" presStyleIdx="0" presStyleCnt="4"/>
      <dgm:spPr/>
    </dgm:pt>
    <dgm:pt modelId="{26F700EB-7879-493F-80F0-56ADC248598C}" type="pres">
      <dgm:prSet presAssocID="{8607263B-36CA-4917-AC97-DC836FE228B3}" presName="cycle_2" presStyleCnt="0"/>
      <dgm:spPr/>
    </dgm:pt>
    <dgm:pt modelId="{73FC1451-2FCB-4D48-9BE3-04E7687C3B66}" type="pres">
      <dgm:prSet presAssocID="{2D81AE5E-8D6D-4319-A7D8-F087E871E23D}" presName="childCenter2" presStyleLbl="node1" presStyleIdx="5" presStyleCnt="17" custScaleX="170139" custScaleY="130049" custLinFactNeighborX="25078" custLinFactNeighborY="-32042"/>
      <dgm:spPr/>
    </dgm:pt>
    <dgm:pt modelId="{6DDA962A-B036-4F7C-AB1E-D60DCBBF3638}" type="pres">
      <dgm:prSet presAssocID="{BA1D2BC3-D8B1-4E05-B9F5-633B9FA5CDFD}" presName="Name218" presStyleLbl="parChTrans1D3" presStyleIdx="3" presStyleCnt="12"/>
      <dgm:spPr/>
    </dgm:pt>
    <dgm:pt modelId="{BF6FFD10-BB4C-4E19-9EEC-D1F30DB6A110}" type="pres">
      <dgm:prSet presAssocID="{3D26A943-411E-4DDA-9F89-31B5CCF4A408}" presName="text2" presStyleLbl="node1" presStyleIdx="6" presStyleCnt="17" custScaleX="293704" custScaleY="99518" custRadScaleRad="270942" custRadScaleInc="64335">
        <dgm:presLayoutVars>
          <dgm:bulletEnabled val="1"/>
        </dgm:presLayoutVars>
      </dgm:prSet>
      <dgm:spPr/>
    </dgm:pt>
    <dgm:pt modelId="{E7D8E028-AE55-4624-91E3-4D33DD62831D}" type="pres">
      <dgm:prSet presAssocID="{C8E03717-9675-4E1F-B2DC-ECC0F149833B}" presName="Name218" presStyleLbl="parChTrans1D3" presStyleIdx="4" presStyleCnt="12"/>
      <dgm:spPr/>
    </dgm:pt>
    <dgm:pt modelId="{CC452692-44E9-4600-9990-EE533F2A6F25}" type="pres">
      <dgm:prSet presAssocID="{F0381BB5-269E-4496-BA45-270B596E2EA3}" presName="text2" presStyleLbl="node1" presStyleIdx="7" presStyleCnt="17" custScaleX="228018" custScaleY="145323" custRadScaleRad="300083" custRadScaleInc="-2317">
        <dgm:presLayoutVars>
          <dgm:bulletEnabled val="1"/>
        </dgm:presLayoutVars>
      </dgm:prSet>
      <dgm:spPr/>
    </dgm:pt>
    <dgm:pt modelId="{22BC16C9-7237-4C1C-AE43-DFC2D1D37197}" type="pres">
      <dgm:prSet presAssocID="{C1D7103F-737F-4D56-8533-98171EDC36D4}" presName="Name218" presStyleLbl="parChTrans1D3" presStyleIdx="5" presStyleCnt="12"/>
      <dgm:spPr/>
    </dgm:pt>
    <dgm:pt modelId="{4E59AF74-6A52-4CA8-83A0-99721F9B68BC}" type="pres">
      <dgm:prSet presAssocID="{0578F1B8-9D9E-4911-900E-ECB4F409B59B}" presName="text2" presStyleLbl="node1" presStyleIdx="8" presStyleCnt="17" custScaleX="229030" custScaleY="133588" custRadScaleRad="289847" custRadScaleInc="-74869">
        <dgm:presLayoutVars>
          <dgm:bulletEnabled val="1"/>
        </dgm:presLayoutVars>
      </dgm:prSet>
      <dgm:spPr/>
    </dgm:pt>
    <dgm:pt modelId="{CF8E1943-3928-4537-94C1-0FF7A9BA875E}" type="pres">
      <dgm:prSet presAssocID="{5CCA8DEE-11E3-4A6B-9761-BF9B48543ADD}" presName="Name221" presStyleLbl="parChTrans1D2" presStyleIdx="1" presStyleCnt="4"/>
      <dgm:spPr/>
    </dgm:pt>
    <dgm:pt modelId="{4B0EC56B-4CED-4CF7-B079-1A770BBE4D4E}" type="pres">
      <dgm:prSet presAssocID="{8607263B-36CA-4917-AC97-DC836FE228B3}" presName="cycle_3" presStyleCnt="0"/>
      <dgm:spPr/>
    </dgm:pt>
    <dgm:pt modelId="{1AD9666C-A98C-4338-BBB8-2DD41C33D778}" type="pres">
      <dgm:prSet presAssocID="{9256E7BB-1BD3-47D2-A6A3-DA4E72DF76F8}" presName="childCenter3" presStyleLbl="node1" presStyleIdx="9" presStyleCnt="17" custScaleX="349989" custScaleY="116793" custLinFactNeighborX="-53228" custLinFactNeighborY="-12871"/>
      <dgm:spPr/>
    </dgm:pt>
    <dgm:pt modelId="{4DBDA948-6BBE-4A24-AFF5-88B019247F3F}" type="pres">
      <dgm:prSet presAssocID="{E1645261-7614-449E-AAB8-6F24583BEB33}" presName="Name285" presStyleLbl="parChTrans1D3" presStyleIdx="6" presStyleCnt="12"/>
      <dgm:spPr/>
    </dgm:pt>
    <dgm:pt modelId="{DE126564-44A6-4873-A1DD-B1494DE2477E}" type="pres">
      <dgm:prSet presAssocID="{3F4F98AA-DE0E-4A83-9660-516566AD4F1E}" presName="text3" presStyleLbl="node1" presStyleIdx="10" presStyleCnt="17" custScaleX="359648" custScaleY="168793" custRadScaleRad="132803" custRadScaleInc="-59095">
        <dgm:presLayoutVars>
          <dgm:bulletEnabled val="1"/>
        </dgm:presLayoutVars>
      </dgm:prSet>
      <dgm:spPr/>
    </dgm:pt>
    <dgm:pt modelId="{25E65CA8-586C-4654-9D97-A499E8548DD3}" type="pres">
      <dgm:prSet presAssocID="{C6B9CDDC-BAAF-4720-A497-FF4B98A17FF2}" presName="Name285" presStyleLbl="parChTrans1D3" presStyleIdx="7" presStyleCnt="12"/>
      <dgm:spPr/>
    </dgm:pt>
    <dgm:pt modelId="{7F708461-6F32-4561-BF72-8D39015F8E15}" type="pres">
      <dgm:prSet presAssocID="{76BB12EF-44F9-48EE-B1BD-56E3968AFD84}" presName="text3" presStyleLbl="node1" presStyleIdx="11" presStyleCnt="17" custScaleX="352585" custScaleY="164646" custRadScaleRad="101989" custRadScaleInc="-47828">
        <dgm:presLayoutVars>
          <dgm:bulletEnabled val="1"/>
        </dgm:presLayoutVars>
      </dgm:prSet>
      <dgm:spPr/>
    </dgm:pt>
    <dgm:pt modelId="{52C48AC5-16D7-4BBB-96B7-BB372DF22C23}" type="pres">
      <dgm:prSet presAssocID="{2FF9DC08-0942-452A-B995-B0549D7B6B0E}" presName="Name285" presStyleLbl="parChTrans1D3" presStyleIdx="8" presStyleCnt="12"/>
      <dgm:spPr/>
    </dgm:pt>
    <dgm:pt modelId="{BA0A2353-8F54-4C04-BF24-37065E0EAEC0}" type="pres">
      <dgm:prSet presAssocID="{8A7DDB5A-15F9-4FA2-AA39-C79D24DF9CD5}" presName="text3" presStyleLbl="node1" presStyleIdx="12" presStyleCnt="17" custScaleX="327389" custScaleY="162608" custRadScaleRad="130928" custRadScaleInc="87421">
        <dgm:presLayoutVars>
          <dgm:bulletEnabled val="1"/>
        </dgm:presLayoutVars>
      </dgm:prSet>
      <dgm:spPr/>
    </dgm:pt>
    <dgm:pt modelId="{62CF212B-DA2F-4BA1-9046-427C06BE3C57}" type="pres">
      <dgm:prSet presAssocID="{5A6D2008-4860-4A44-8A45-5434B6A3A61F}" presName="Name285" presStyleLbl="parChTrans1D3" presStyleIdx="9" presStyleCnt="12"/>
      <dgm:spPr/>
    </dgm:pt>
    <dgm:pt modelId="{9A10A66B-FCAB-4979-8C9E-5A3896F1AC6F}" type="pres">
      <dgm:prSet presAssocID="{797BF32A-3C0C-41E7-A4EA-E6F8AE29A5BD}" presName="text3" presStyleLbl="node1" presStyleIdx="13" presStyleCnt="17" custScaleX="341328" custScaleY="173707" custRadScaleRad="299946" custRadScaleInc="34233">
        <dgm:presLayoutVars>
          <dgm:bulletEnabled val="1"/>
        </dgm:presLayoutVars>
      </dgm:prSet>
      <dgm:spPr/>
    </dgm:pt>
    <dgm:pt modelId="{174586F6-8D2D-42B6-BDD4-86E0A1BBC3F4}" type="pres">
      <dgm:prSet presAssocID="{DBB11D29-745B-4D9C-841F-9B78C28ABA6F}" presName="Name288" presStyleLbl="parChTrans1D2" presStyleIdx="2" presStyleCnt="4"/>
      <dgm:spPr/>
    </dgm:pt>
    <dgm:pt modelId="{777DA0F2-B1CB-415E-80A4-9C25F8292104}" type="pres">
      <dgm:prSet presAssocID="{8607263B-36CA-4917-AC97-DC836FE228B3}" presName="cycle_4" presStyleCnt="0"/>
      <dgm:spPr/>
    </dgm:pt>
    <dgm:pt modelId="{13BCE1E0-1D46-456E-A9BC-60B546706352}" type="pres">
      <dgm:prSet presAssocID="{273DA0D8-000F-4A00-89EA-2006CFB4C598}" presName="childCenter4" presStyleLbl="node1" presStyleIdx="14" presStyleCnt="17" custScaleX="205279" custScaleY="126720" custLinFactNeighborX="-33807" custLinFactNeighborY="-7614"/>
      <dgm:spPr/>
    </dgm:pt>
    <dgm:pt modelId="{DD13D53C-C4D4-4E62-AC58-3364E987A1FB}" type="pres">
      <dgm:prSet presAssocID="{062DA9C3-077B-498E-B852-8947A8C97890}" presName="Name342" presStyleLbl="parChTrans1D3" presStyleIdx="10" presStyleCnt="12"/>
      <dgm:spPr/>
    </dgm:pt>
    <dgm:pt modelId="{45A08A40-3CC2-4908-85C8-7C83FA47521C}" type="pres">
      <dgm:prSet presAssocID="{E7EA5C7C-EE24-4A7E-966E-5F64F37615FA}" presName="text4" presStyleLbl="node1" presStyleIdx="15" presStyleCnt="17" custScaleX="251404" custRadScaleRad="208953" custRadScaleInc="46552">
        <dgm:presLayoutVars>
          <dgm:bulletEnabled val="1"/>
        </dgm:presLayoutVars>
      </dgm:prSet>
      <dgm:spPr/>
    </dgm:pt>
    <dgm:pt modelId="{0D8C202F-9BD8-4E10-9FC2-7033C8D37303}" type="pres">
      <dgm:prSet presAssocID="{BCFFF0E1-0202-4C81-9E51-12F42B2B47C9}" presName="Name342" presStyleLbl="parChTrans1D3" presStyleIdx="11" presStyleCnt="12"/>
      <dgm:spPr/>
    </dgm:pt>
    <dgm:pt modelId="{7B1017A6-40AC-440D-950A-E238A7073388}" type="pres">
      <dgm:prSet presAssocID="{2CF2D0FA-2C1B-43F3-BF36-3CAAF6F1EFF8}" presName="text4" presStyleLbl="node1" presStyleIdx="16" presStyleCnt="17" custScaleX="210602" custRadScaleRad="178246" custRadScaleInc="-15300">
        <dgm:presLayoutVars>
          <dgm:bulletEnabled val="1"/>
        </dgm:presLayoutVars>
      </dgm:prSet>
      <dgm:spPr/>
    </dgm:pt>
    <dgm:pt modelId="{B27BE8D1-28B1-4689-B3F5-ACEB5795D7F8}" type="pres">
      <dgm:prSet presAssocID="{F97EB7E9-6699-48FB-A26E-6E3E51309279}" presName="Name345" presStyleLbl="parChTrans1D2" presStyleIdx="3" presStyleCnt="4"/>
      <dgm:spPr/>
    </dgm:pt>
  </dgm:ptLst>
  <dgm:cxnLst>
    <dgm:cxn modelId="{15B38C08-D968-404D-AD2C-6056FA593F63}" srcId="{8607263B-36CA-4917-AC97-DC836FE228B3}" destId="{9256E7BB-1BD3-47D2-A6A3-DA4E72DF76F8}" srcOrd="2" destOrd="0" parTransId="{DBB11D29-745B-4D9C-841F-9B78C28ABA6F}" sibTransId="{45DC9A08-DA8B-4A48-8890-7BA001E3BBBA}"/>
    <dgm:cxn modelId="{13167209-8E8E-47F8-9A25-C651B87DEA31}" srcId="{2D81AE5E-8D6D-4319-A7D8-F087E871E23D}" destId="{3D26A943-411E-4DDA-9F89-31B5CCF4A408}" srcOrd="0" destOrd="0" parTransId="{BA1D2BC3-D8B1-4E05-B9F5-633B9FA5CDFD}" sibTransId="{AB9A6F2F-EA81-4273-B50E-EE12D322E634}"/>
    <dgm:cxn modelId="{21368E0A-F90F-4473-99AF-19EE0BE34182}" type="presOf" srcId="{BCFFF0E1-0202-4C81-9E51-12F42B2B47C9}" destId="{0D8C202F-9BD8-4E10-9FC2-7033C8D37303}" srcOrd="0" destOrd="0" presId="urn:microsoft.com/office/officeart/2008/layout/RadialCluster"/>
    <dgm:cxn modelId="{D018FC0E-D88E-4ECC-8522-FFB15F640270}" srcId="{273DA0D8-000F-4A00-89EA-2006CFB4C598}" destId="{2CF2D0FA-2C1B-43F3-BF36-3CAAF6F1EFF8}" srcOrd="1" destOrd="0" parTransId="{BCFFF0E1-0202-4C81-9E51-12F42B2B47C9}" sibTransId="{98EA0699-6907-4C41-91C0-34613AA9EEF1}"/>
    <dgm:cxn modelId="{EA529D12-CDB3-40D8-A893-399EB7E5B1BD}" srcId="{273DA0D8-000F-4A00-89EA-2006CFB4C598}" destId="{E7EA5C7C-EE24-4A7E-966E-5F64F37615FA}" srcOrd="0" destOrd="0" parTransId="{062DA9C3-077B-498E-B852-8947A8C97890}" sibTransId="{3F1CB6B6-29AB-4B17-8A4C-0747D623962F}"/>
    <dgm:cxn modelId="{E141F612-FB5E-4FAB-9D0A-DF946BB1E6CC}" srcId="{9256E7BB-1BD3-47D2-A6A3-DA4E72DF76F8}" destId="{3F4F98AA-DE0E-4A83-9660-516566AD4F1E}" srcOrd="0" destOrd="0" parTransId="{E1645261-7614-449E-AAB8-6F24583BEB33}" sibTransId="{CD761FEF-A843-41AD-AF84-4EEA3624967D}"/>
    <dgm:cxn modelId="{C47B5918-5223-4806-9273-439068169DEF}" type="presOf" srcId="{5A6D2008-4860-4A44-8A45-5434B6A3A61F}" destId="{62CF212B-DA2F-4BA1-9046-427C06BE3C57}" srcOrd="0" destOrd="0" presId="urn:microsoft.com/office/officeart/2008/layout/RadialCluster"/>
    <dgm:cxn modelId="{48879A1D-79BC-4D52-9EDE-B43C8910769E}" srcId="{08692BEF-33A2-4E2A-9441-B1F8FF14564A}" destId="{85756278-233E-4C99-BB00-D53F496CE6B6}" srcOrd="2" destOrd="0" parTransId="{998BA070-EB7D-47FC-A0CC-CBEC07D990F3}" sibTransId="{55999E13-0A2D-48BC-9607-CD7725E83CEC}"/>
    <dgm:cxn modelId="{3FF7B423-255C-455C-8C20-3321E99F0E10}" type="presOf" srcId="{2D81AE5E-8D6D-4319-A7D8-F087E871E23D}" destId="{73FC1451-2FCB-4D48-9BE3-04E7687C3B66}" srcOrd="0" destOrd="0" presId="urn:microsoft.com/office/officeart/2008/layout/RadialCluster"/>
    <dgm:cxn modelId="{FD463625-A1D2-4F27-892A-655ACD1F2432}" type="presOf" srcId="{3D26A943-411E-4DDA-9F89-31B5CCF4A408}" destId="{BF6FFD10-BB4C-4E19-9EEC-D1F30DB6A110}" srcOrd="0" destOrd="0" presId="urn:microsoft.com/office/officeart/2008/layout/RadialCluster"/>
    <dgm:cxn modelId="{36F59C2D-7CC1-4F93-80D3-E76EFCE6F0AB}" type="presOf" srcId="{C1D7103F-737F-4D56-8533-98171EDC36D4}" destId="{22BC16C9-7237-4C1C-AE43-DFC2D1D37197}" srcOrd="0" destOrd="0" presId="urn:microsoft.com/office/officeart/2008/layout/RadialCluster"/>
    <dgm:cxn modelId="{3570F42D-18BD-41AD-80B5-55B1D7C7E4CF}" type="presOf" srcId="{2AFEDCE4-6219-43E7-B9B6-8696D220E5A5}" destId="{C0CA99A3-430B-49A6-8641-8E94B05515F5}" srcOrd="0" destOrd="0" presId="urn:microsoft.com/office/officeart/2008/layout/RadialCluster"/>
    <dgm:cxn modelId="{A6F0EC31-F675-456B-98FF-31B62C8C6A74}" type="presOf" srcId="{F97EB7E9-6699-48FB-A26E-6E3E51309279}" destId="{B27BE8D1-28B1-4689-B3F5-ACEB5795D7F8}" srcOrd="0" destOrd="0" presId="urn:microsoft.com/office/officeart/2008/layout/RadialCluster"/>
    <dgm:cxn modelId="{8D1B5233-CDD7-4849-BDCB-C794FA3682A6}" type="presOf" srcId="{34EFB3D8-F0C4-4C46-8C2B-F88FAC0A271D}" destId="{810E8C5D-EE7B-4980-9190-4A6DD1B65303}" srcOrd="0" destOrd="0" presId="urn:microsoft.com/office/officeart/2008/layout/RadialCluster"/>
    <dgm:cxn modelId="{93516E3F-4A17-4C01-9E7D-EA158CFEA325}" type="presOf" srcId="{E4755D59-0C03-454E-89D5-6662852770FB}" destId="{3FF2F18C-98F8-4F25-9FBB-91F4B7EE52D3}" srcOrd="0" destOrd="0" presId="urn:microsoft.com/office/officeart/2008/layout/RadialCluster"/>
    <dgm:cxn modelId="{C104D15B-D32D-4452-ACF8-4B15F06272B5}" srcId="{2D81AE5E-8D6D-4319-A7D8-F087E871E23D}" destId="{0578F1B8-9D9E-4911-900E-ECB4F409B59B}" srcOrd="2" destOrd="0" parTransId="{C1D7103F-737F-4D56-8533-98171EDC36D4}" sibTransId="{3CF466BE-8324-4FC8-BDE7-7860CF018C51}"/>
    <dgm:cxn modelId="{99278F5C-1AE3-43A1-8DBA-67F20821BB86}" type="presOf" srcId="{BA1D2BC3-D8B1-4E05-B9F5-633B9FA5CDFD}" destId="{6DDA962A-B036-4F7C-AB1E-D60DCBBF3638}" srcOrd="0" destOrd="0" presId="urn:microsoft.com/office/officeart/2008/layout/RadialCluster"/>
    <dgm:cxn modelId="{FF95F660-85EA-423D-91FF-AA8AB0BFEB60}" type="presOf" srcId="{C8E03717-9675-4E1F-B2DC-ECC0F149833B}" destId="{E7D8E028-AE55-4624-91E3-4D33DD62831D}" srcOrd="0" destOrd="0" presId="urn:microsoft.com/office/officeart/2008/layout/RadialCluster"/>
    <dgm:cxn modelId="{B8204D61-A6E0-433F-8C8F-4AF2082CEE6C}" srcId="{08692BEF-33A2-4E2A-9441-B1F8FF14564A}" destId="{F2F68314-1670-469D-90F7-989F9EAE3B15}" srcOrd="0" destOrd="0" parTransId="{E4755D59-0C03-454E-89D5-6662852770FB}" sibTransId="{1CA77330-F82A-406F-A976-73FDCF3196C3}"/>
    <dgm:cxn modelId="{25490046-6067-4664-8A1E-53F25A29E4DE}" srcId="{2D81AE5E-8D6D-4319-A7D8-F087E871E23D}" destId="{F0381BB5-269E-4496-BA45-270B596E2EA3}" srcOrd="1" destOrd="0" parTransId="{C8E03717-9675-4E1F-B2DC-ECC0F149833B}" sibTransId="{6C154F85-F967-4BEA-8220-1B9D39B7AAC4}"/>
    <dgm:cxn modelId="{97F90966-C81B-4D23-AF5A-76006D6A8A97}" type="presOf" srcId="{5CCA8DEE-11E3-4A6B-9761-BF9B48543ADD}" destId="{CF8E1943-3928-4537-94C1-0FF7A9BA875E}" srcOrd="0" destOrd="0" presId="urn:microsoft.com/office/officeart/2008/layout/RadialCluster"/>
    <dgm:cxn modelId="{681C226B-E06C-4040-B8AB-43217AD2802B}" srcId="{08692BEF-33A2-4E2A-9441-B1F8FF14564A}" destId="{2AFEDCE4-6219-43E7-B9B6-8696D220E5A5}" srcOrd="1" destOrd="0" parTransId="{34EFB3D8-F0C4-4C46-8C2B-F88FAC0A271D}" sibTransId="{CC82DB40-9590-4F41-B01E-864F32DF200D}"/>
    <dgm:cxn modelId="{06A54A4B-7517-43D5-9AFA-2931D86861D5}" type="presOf" srcId="{273DA0D8-000F-4A00-89EA-2006CFB4C598}" destId="{13BCE1E0-1D46-456E-A9BC-60B546706352}" srcOrd="0" destOrd="0" presId="urn:microsoft.com/office/officeart/2008/layout/RadialCluster"/>
    <dgm:cxn modelId="{B12B754F-203F-44BD-8F48-F6DA571BBFB3}" srcId="{A70FB3EE-C2DC-4F70-99AE-5E056F43794B}" destId="{0DC3F290-DFC1-4AD8-999E-C5AB93E2C69B}" srcOrd="1" destOrd="0" parTransId="{DA562AB1-B375-46D8-8AC9-71D82A67BE3C}" sibTransId="{20664E70-E28B-44B7-B184-A1E8619B920A}"/>
    <dgm:cxn modelId="{6A056671-831D-4DD1-89FF-17F82770ACF9}" type="presOf" srcId="{8607263B-36CA-4917-AC97-DC836FE228B3}" destId="{BE9A1FF0-419D-401B-9E79-070F64C2F6E6}" srcOrd="0" destOrd="0" presId="urn:microsoft.com/office/officeart/2008/layout/RadialCluster"/>
    <dgm:cxn modelId="{65463652-7953-470B-BB5E-1DCAA432BF42}" type="presOf" srcId="{2CF2D0FA-2C1B-43F3-BF36-3CAAF6F1EFF8}" destId="{7B1017A6-40AC-440D-950A-E238A7073388}" srcOrd="0" destOrd="0" presId="urn:microsoft.com/office/officeart/2008/layout/RadialCluster"/>
    <dgm:cxn modelId="{5CC6CB52-357F-4E9B-B29E-E4E283714030}" type="presOf" srcId="{998BA070-EB7D-47FC-A0CC-CBEC07D990F3}" destId="{5FF10AFA-5CBA-4124-BAC2-144A2B90421B}" srcOrd="0" destOrd="0" presId="urn:microsoft.com/office/officeart/2008/layout/RadialCluster"/>
    <dgm:cxn modelId="{8E983D76-BC39-4972-8ACE-6F04CC037A8A}" type="presOf" srcId="{E1645261-7614-449E-AAB8-6F24583BEB33}" destId="{4DBDA948-6BBE-4A24-AFF5-88B019247F3F}" srcOrd="0" destOrd="0" presId="urn:microsoft.com/office/officeart/2008/layout/RadialCluster"/>
    <dgm:cxn modelId="{62903378-FEFD-4804-B374-2334B709CB7B}" type="presOf" srcId="{0578F1B8-9D9E-4911-900E-ECB4F409B59B}" destId="{4E59AF74-6A52-4CA8-83A0-99721F9B68BC}" srcOrd="0" destOrd="0" presId="urn:microsoft.com/office/officeart/2008/layout/RadialCluster"/>
    <dgm:cxn modelId="{F1DC9F5A-0F31-457F-A4C2-EDC871B04659}" srcId="{8607263B-36CA-4917-AC97-DC836FE228B3}" destId="{08692BEF-33A2-4E2A-9441-B1F8FF14564A}" srcOrd="0" destOrd="0" parTransId="{9FB138CE-F03C-446E-B470-582FF3E52C95}" sibTransId="{285977BA-8E5F-4F2F-A65B-4C16BF146D33}"/>
    <dgm:cxn modelId="{8D7ECA7C-8B4E-41D1-A417-4AA4C058F5E7}" type="presOf" srcId="{062DA9C3-077B-498E-B852-8947A8C97890}" destId="{DD13D53C-C4D4-4E62-AC58-3364E987A1FB}" srcOrd="0" destOrd="0" presId="urn:microsoft.com/office/officeart/2008/layout/RadialCluster"/>
    <dgm:cxn modelId="{194CEB7F-6A4F-4150-B7AB-42348D9432BD}" type="presOf" srcId="{76BB12EF-44F9-48EE-B1BD-56E3968AFD84}" destId="{7F708461-6F32-4561-BF72-8D39015F8E15}" srcOrd="0" destOrd="0" presId="urn:microsoft.com/office/officeart/2008/layout/RadialCluster"/>
    <dgm:cxn modelId="{98666281-AC16-46DB-A67D-E339572EDC2C}" srcId="{9256E7BB-1BD3-47D2-A6A3-DA4E72DF76F8}" destId="{797BF32A-3C0C-41E7-A4EA-E6F8AE29A5BD}" srcOrd="3" destOrd="0" parTransId="{5A6D2008-4860-4A44-8A45-5434B6A3A61F}" sibTransId="{F00370B4-7FF9-4FF9-8932-F08FE72E6A02}"/>
    <dgm:cxn modelId="{DE59DF85-9EDC-485B-A967-6F32B1AA66F5}" type="presOf" srcId="{08692BEF-33A2-4E2A-9441-B1F8FF14564A}" destId="{96E35CD8-E0B7-4204-AB44-E9B6A58A7C83}" srcOrd="0" destOrd="0" presId="urn:microsoft.com/office/officeart/2008/layout/RadialCluster"/>
    <dgm:cxn modelId="{4642A68B-8A4E-4273-AD6A-25172DEF08A2}" srcId="{A70FB3EE-C2DC-4F70-99AE-5E056F43794B}" destId="{8607263B-36CA-4917-AC97-DC836FE228B3}" srcOrd="0" destOrd="0" parTransId="{32E823F6-6E03-49F8-AC8A-1573A3E0DABF}" sibTransId="{8AD43689-8101-4815-AEE1-90BE8E176DA1}"/>
    <dgm:cxn modelId="{DDC03F91-1400-4F78-A3F3-0A271BC1A241}" srcId="{8607263B-36CA-4917-AC97-DC836FE228B3}" destId="{2D81AE5E-8D6D-4319-A7D8-F087E871E23D}" srcOrd="1" destOrd="0" parTransId="{5CCA8DEE-11E3-4A6B-9761-BF9B48543ADD}" sibTransId="{85EDF9CF-32A1-4FE4-A799-910CC2E6C14F}"/>
    <dgm:cxn modelId="{B69C8592-46FC-4A84-A87F-B10BF01A4B23}" srcId="{9256E7BB-1BD3-47D2-A6A3-DA4E72DF76F8}" destId="{8A7DDB5A-15F9-4FA2-AA39-C79D24DF9CD5}" srcOrd="2" destOrd="0" parTransId="{2FF9DC08-0942-452A-B995-B0549D7B6B0E}" sibTransId="{88B0684F-FBC9-41E5-8FE0-48E094365CAB}"/>
    <dgm:cxn modelId="{80E67994-02BE-4C06-97AC-BA7E7638CD5A}" srcId="{9256E7BB-1BD3-47D2-A6A3-DA4E72DF76F8}" destId="{76BB12EF-44F9-48EE-B1BD-56E3968AFD84}" srcOrd="1" destOrd="0" parTransId="{C6B9CDDC-BAAF-4720-A497-FF4B98A17FF2}" sibTransId="{D5937846-BFC6-4CCB-8B59-A9E1CF980004}"/>
    <dgm:cxn modelId="{2F248397-DCB1-4AD0-980A-47CCC25CF8DC}" type="presOf" srcId="{E7EA5C7C-EE24-4A7E-966E-5F64F37615FA}" destId="{45A08A40-3CC2-4908-85C8-7C83FA47521C}" srcOrd="0" destOrd="0" presId="urn:microsoft.com/office/officeart/2008/layout/RadialCluster"/>
    <dgm:cxn modelId="{D37C6B9E-EEC6-4CF8-B791-9166BC1CAC8F}" type="presOf" srcId="{9FB138CE-F03C-446E-B470-582FF3E52C95}" destId="{7A24B9F5-84A1-4380-8024-54E43C128013}" srcOrd="0" destOrd="0" presId="urn:microsoft.com/office/officeart/2008/layout/RadialCluster"/>
    <dgm:cxn modelId="{63E1D39F-D666-4B6B-86EA-78DAB899FDF3}" type="presOf" srcId="{DBB11D29-745B-4D9C-841F-9B78C28ABA6F}" destId="{174586F6-8D2D-42B6-BDD4-86E0A1BBC3F4}" srcOrd="0" destOrd="0" presId="urn:microsoft.com/office/officeart/2008/layout/RadialCluster"/>
    <dgm:cxn modelId="{244677A0-DA13-4614-816F-B51F89740395}" srcId="{8607263B-36CA-4917-AC97-DC836FE228B3}" destId="{273DA0D8-000F-4A00-89EA-2006CFB4C598}" srcOrd="3" destOrd="0" parTransId="{F97EB7E9-6699-48FB-A26E-6E3E51309279}" sibTransId="{0AB5605F-5EDE-4786-856B-596BB68F36D1}"/>
    <dgm:cxn modelId="{D0A28AA7-F34A-4B00-9A53-A715700B933F}" type="presOf" srcId="{C6B9CDDC-BAAF-4720-A497-FF4B98A17FF2}" destId="{25E65CA8-586C-4654-9D97-A499E8548DD3}" srcOrd="0" destOrd="0" presId="urn:microsoft.com/office/officeart/2008/layout/RadialCluster"/>
    <dgm:cxn modelId="{87BF12AA-5D94-46BB-8E3A-18750830065E}" type="presOf" srcId="{F0381BB5-269E-4496-BA45-270B596E2EA3}" destId="{CC452692-44E9-4600-9990-EE533F2A6F25}" srcOrd="0" destOrd="0" presId="urn:microsoft.com/office/officeart/2008/layout/RadialCluster"/>
    <dgm:cxn modelId="{A10067AC-46C9-47AC-A117-268B80FD02A4}" type="presOf" srcId="{85756278-233E-4C99-BB00-D53F496CE6B6}" destId="{DDEB8452-3297-4B43-8D9F-1A183F91CB0B}" srcOrd="0" destOrd="0" presId="urn:microsoft.com/office/officeart/2008/layout/RadialCluster"/>
    <dgm:cxn modelId="{67F7FEB5-6C4C-4496-95B7-A47E6AD8A7D3}" type="presOf" srcId="{797BF32A-3C0C-41E7-A4EA-E6F8AE29A5BD}" destId="{9A10A66B-FCAB-4979-8C9E-5A3896F1AC6F}" srcOrd="0" destOrd="0" presId="urn:microsoft.com/office/officeart/2008/layout/RadialCluster"/>
    <dgm:cxn modelId="{124AD9C0-83B6-4B37-82C9-347E484ADBE6}" type="presOf" srcId="{8A7DDB5A-15F9-4FA2-AA39-C79D24DF9CD5}" destId="{BA0A2353-8F54-4C04-BF24-37065E0EAEC0}" srcOrd="0" destOrd="0" presId="urn:microsoft.com/office/officeart/2008/layout/RadialCluster"/>
    <dgm:cxn modelId="{2BA790D8-EA66-4845-B62B-99DBA5E32672}" type="presOf" srcId="{A70FB3EE-C2DC-4F70-99AE-5E056F43794B}" destId="{8A303385-4CBB-4E57-8FFE-BEF84099965A}" srcOrd="0" destOrd="0" presId="urn:microsoft.com/office/officeart/2008/layout/RadialCluster"/>
    <dgm:cxn modelId="{D52A3EDB-B8F3-48D6-BEAD-621E933E0CE2}" type="presOf" srcId="{9256E7BB-1BD3-47D2-A6A3-DA4E72DF76F8}" destId="{1AD9666C-A98C-4338-BBB8-2DD41C33D778}" srcOrd="0" destOrd="0" presId="urn:microsoft.com/office/officeart/2008/layout/RadialCluster"/>
    <dgm:cxn modelId="{FF2815DC-6757-44E0-A946-3E3CD30F4A43}" type="presOf" srcId="{2FF9DC08-0942-452A-B995-B0549D7B6B0E}" destId="{52C48AC5-16D7-4BBB-96B7-BB372DF22C23}" srcOrd="0" destOrd="0" presId="urn:microsoft.com/office/officeart/2008/layout/RadialCluster"/>
    <dgm:cxn modelId="{D9DCECEB-AEF9-4968-96FE-B6D96A31E2EC}" type="presOf" srcId="{3F4F98AA-DE0E-4A83-9660-516566AD4F1E}" destId="{DE126564-44A6-4873-A1DD-B1494DE2477E}" srcOrd="0" destOrd="0" presId="urn:microsoft.com/office/officeart/2008/layout/RadialCluster"/>
    <dgm:cxn modelId="{87C072FC-587D-418C-ABBE-E97E71215D8E}" type="presOf" srcId="{F2F68314-1670-469D-90F7-989F9EAE3B15}" destId="{30CB7EAB-68A3-4C4E-B4E0-A508C066B90F}" srcOrd="0" destOrd="0" presId="urn:microsoft.com/office/officeart/2008/layout/RadialCluster"/>
    <dgm:cxn modelId="{D618F3C3-B8CE-4249-BA66-C92972E70745}" type="presParOf" srcId="{8A303385-4CBB-4E57-8FFE-BEF84099965A}" destId="{BE9A1FF0-419D-401B-9E79-070F64C2F6E6}" srcOrd="0" destOrd="0" presId="urn:microsoft.com/office/officeart/2008/layout/RadialCluster"/>
    <dgm:cxn modelId="{E40E0CE1-916F-4372-A669-270204C8F4DA}" type="presParOf" srcId="{8A303385-4CBB-4E57-8FFE-BEF84099965A}" destId="{3B49DEA0-967C-4B5B-95C9-5801CC7BEAAC}" srcOrd="1" destOrd="0" presId="urn:microsoft.com/office/officeart/2008/layout/RadialCluster"/>
    <dgm:cxn modelId="{30CB34A3-09C0-4A07-8867-845CD39C589A}" type="presParOf" srcId="{3B49DEA0-967C-4B5B-95C9-5801CC7BEAAC}" destId="{96E35CD8-E0B7-4204-AB44-E9B6A58A7C83}" srcOrd="0" destOrd="0" presId="urn:microsoft.com/office/officeart/2008/layout/RadialCluster"/>
    <dgm:cxn modelId="{80E2AB82-42FF-4AA1-A5C4-8C10FD88E1B6}" type="presParOf" srcId="{3B49DEA0-967C-4B5B-95C9-5801CC7BEAAC}" destId="{3FF2F18C-98F8-4F25-9FBB-91F4B7EE52D3}" srcOrd="1" destOrd="0" presId="urn:microsoft.com/office/officeart/2008/layout/RadialCluster"/>
    <dgm:cxn modelId="{46EF87EC-7D30-4F79-9D6C-5C3DDC6C5B5E}" type="presParOf" srcId="{3B49DEA0-967C-4B5B-95C9-5801CC7BEAAC}" destId="{30CB7EAB-68A3-4C4E-B4E0-A508C066B90F}" srcOrd="2" destOrd="0" presId="urn:microsoft.com/office/officeart/2008/layout/RadialCluster"/>
    <dgm:cxn modelId="{8BEA9FAB-A982-4E76-AE39-DDD8431BFE40}" type="presParOf" srcId="{3B49DEA0-967C-4B5B-95C9-5801CC7BEAAC}" destId="{810E8C5D-EE7B-4980-9190-4A6DD1B65303}" srcOrd="3" destOrd="0" presId="urn:microsoft.com/office/officeart/2008/layout/RadialCluster"/>
    <dgm:cxn modelId="{5F72E3CB-CDF5-48DC-BC5C-E0074BD2594F}" type="presParOf" srcId="{3B49DEA0-967C-4B5B-95C9-5801CC7BEAAC}" destId="{C0CA99A3-430B-49A6-8641-8E94B05515F5}" srcOrd="4" destOrd="0" presId="urn:microsoft.com/office/officeart/2008/layout/RadialCluster"/>
    <dgm:cxn modelId="{CFA4771A-3C94-498F-A460-884AFBD1819C}" type="presParOf" srcId="{3B49DEA0-967C-4B5B-95C9-5801CC7BEAAC}" destId="{5FF10AFA-5CBA-4124-BAC2-144A2B90421B}" srcOrd="5" destOrd="0" presId="urn:microsoft.com/office/officeart/2008/layout/RadialCluster"/>
    <dgm:cxn modelId="{FF4D4DE5-7C3C-42BC-91EA-7EDE9716008A}" type="presParOf" srcId="{3B49DEA0-967C-4B5B-95C9-5801CC7BEAAC}" destId="{DDEB8452-3297-4B43-8D9F-1A183F91CB0B}" srcOrd="6" destOrd="0" presId="urn:microsoft.com/office/officeart/2008/layout/RadialCluster"/>
    <dgm:cxn modelId="{86778BC2-D20B-4C33-9FCC-2678BDD913D7}" type="presParOf" srcId="{8A303385-4CBB-4E57-8FFE-BEF84099965A}" destId="{7A24B9F5-84A1-4380-8024-54E43C128013}" srcOrd="2" destOrd="0" presId="urn:microsoft.com/office/officeart/2008/layout/RadialCluster"/>
    <dgm:cxn modelId="{11FC1294-0E75-4882-9C6C-3BCE8A8A978F}" type="presParOf" srcId="{8A303385-4CBB-4E57-8FFE-BEF84099965A}" destId="{26F700EB-7879-493F-80F0-56ADC248598C}" srcOrd="3" destOrd="0" presId="urn:microsoft.com/office/officeart/2008/layout/RadialCluster"/>
    <dgm:cxn modelId="{14D41FE6-04A1-416C-B263-840231AA9495}" type="presParOf" srcId="{26F700EB-7879-493F-80F0-56ADC248598C}" destId="{73FC1451-2FCB-4D48-9BE3-04E7687C3B66}" srcOrd="0" destOrd="0" presId="urn:microsoft.com/office/officeart/2008/layout/RadialCluster"/>
    <dgm:cxn modelId="{3C770CBC-E411-4675-B6E7-0DA21D8CAAD6}" type="presParOf" srcId="{26F700EB-7879-493F-80F0-56ADC248598C}" destId="{6DDA962A-B036-4F7C-AB1E-D60DCBBF3638}" srcOrd="1" destOrd="0" presId="urn:microsoft.com/office/officeart/2008/layout/RadialCluster"/>
    <dgm:cxn modelId="{3044A752-DC7C-444E-8D64-E8FF60164A9D}" type="presParOf" srcId="{26F700EB-7879-493F-80F0-56ADC248598C}" destId="{BF6FFD10-BB4C-4E19-9EEC-D1F30DB6A110}" srcOrd="2" destOrd="0" presId="urn:microsoft.com/office/officeart/2008/layout/RadialCluster"/>
    <dgm:cxn modelId="{E269EAD0-8B32-4934-80C0-A7CF716D48F2}" type="presParOf" srcId="{26F700EB-7879-493F-80F0-56ADC248598C}" destId="{E7D8E028-AE55-4624-91E3-4D33DD62831D}" srcOrd="3" destOrd="0" presId="urn:microsoft.com/office/officeart/2008/layout/RadialCluster"/>
    <dgm:cxn modelId="{BE16FC74-2B09-424C-867D-CA4C2DE9B94D}" type="presParOf" srcId="{26F700EB-7879-493F-80F0-56ADC248598C}" destId="{CC452692-44E9-4600-9990-EE533F2A6F25}" srcOrd="4" destOrd="0" presId="urn:microsoft.com/office/officeart/2008/layout/RadialCluster"/>
    <dgm:cxn modelId="{B360920B-BCE7-4C90-971E-47398646323E}" type="presParOf" srcId="{26F700EB-7879-493F-80F0-56ADC248598C}" destId="{22BC16C9-7237-4C1C-AE43-DFC2D1D37197}" srcOrd="5" destOrd="0" presId="urn:microsoft.com/office/officeart/2008/layout/RadialCluster"/>
    <dgm:cxn modelId="{E1EF7A73-1D17-43AD-AAEB-76C6E34C0959}" type="presParOf" srcId="{26F700EB-7879-493F-80F0-56ADC248598C}" destId="{4E59AF74-6A52-4CA8-83A0-99721F9B68BC}" srcOrd="6" destOrd="0" presId="urn:microsoft.com/office/officeart/2008/layout/RadialCluster"/>
    <dgm:cxn modelId="{A137747A-AB6F-423A-9F2B-313E0597CE34}" type="presParOf" srcId="{8A303385-4CBB-4E57-8FFE-BEF84099965A}" destId="{CF8E1943-3928-4537-94C1-0FF7A9BA875E}" srcOrd="4" destOrd="0" presId="urn:microsoft.com/office/officeart/2008/layout/RadialCluster"/>
    <dgm:cxn modelId="{9FB4CB26-DAD6-45D4-8654-ED81CA26A79F}" type="presParOf" srcId="{8A303385-4CBB-4E57-8FFE-BEF84099965A}" destId="{4B0EC56B-4CED-4CF7-B079-1A770BBE4D4E}" srcOrd="5" destOrd="0" presId="urn:microsoft.com/office/officeart/2008/layout/RadialCluster"/>
    <dgm:cxn modelId="{2D6FB30A-EB7F-462F-9307-5DD317443375}" type="presParOf" srcId="{4B0EC56B-4CED-4CF7-B079-1A770BBE4D4E}" destId="{1AD9666C-A98C-4338-BBB8-2DD41C33D778}" srcOrd="0" destOrd="0" presId="urn:microsoft.com/office/officeart/2008/layout/RadialCluster"/>
    <dgm:cxn modelId="{4A1BC8D9-5215-4864-9402-53714840321C}" type="presParOf" srcId="{4B0EC56B-4CED-4CF7-B079-1A770BBE4D4E}" destId="{4DBDA948-6BBE-4A24-AFF5-88B019247F3F}" srcOrd="1" destOrd="0" presId="urn:microsoft.com/office/officeart/2008/layout/RadialCluster"/>
    <dgm:cxn modelId="{6B9D87FA-D16A-4453-B356-D367976720AA}" type="presParOf" srcId="{4B0EC56B-4CED-4CF7-B079-1A770BBE4D4E}" destId="{DE126564-44A6-4873-A1DD-B1494DE2477E}" srcOrd="2" destOrd="0" presId="urn:microsoft.com/office/officeart/2008/layout/RadialCluster"/>
    <dgm:cxn modelId="{86DAD8B8-B3F2-4C5B-BF0F-AE71ECD88793}" type="presParOf" srcId="{4B0EC56B-4CED-4CF7-B079-1A770BBE4D4E}" destId="{25E65CA8-586C-4654-9D97-A499E8548DD3}" srcOrd="3" destOrd="0" presId="urn:microsoft.com/office/officeart/2008/layout/RadialCluster"/>
    <dgm:cxn modelId="{429B2CC3-EBD4-4014-B05A-3D251E56DCB4}" type="presParOf" srcId="{4B0EC56B-4CED-4CF7-B079-1A770BBE4D4E}" destId="{7F708461-6F32-4561-BF72-8D39015F8E15}" srcOrd="4" destOrd="0" presId="urn:microsoft.com/office/officeart/2008/layout/RadialCluster"/>
    <dgm:cxn modelId="{6878349C-4C02-4246-B35C-F4A1172A700B}" type="presParOf" srcId="{4B0EC56B-4CED-4CF7-B079-1A770BBE4D4E}" destId="{52C48AC5-16D7-4BBB-96B7-BB372DF22C23}" srcOrd="5" destOrd="0" presId="urn:microsoft.com/office/officeart/2008/layout/RadialCluster"/>
    <dgm:cxn modelId="{1E598ED0-37AE-4498-89C2-EAB4BED2989D}" type="presParOf" srcId="{4B0EC56B-4CED-4CF7-B079-1A770BBE4D4E}" destId="{BA0A2353-8F54-4C04-BF24-37065E0EAEC0}" srcOrd="6" destOrd="0" presId="urn:microsoft.com/office/officeart/2008/layout/RadialCluster"/>
    <dgm:cxn modelId="{D3B96B7A-6534-4DA4-81F3-7E8E94050527}" type="presParOf" srcId="{4B0EC56B-4CED-4CF7-B079-1A770BBE4D4E}" destId="{62CF212B-DA2F-4BA1-9046-427C06BE3C57}" srcOrd="7" destOrd="0" presId="urn:microsoft.com/office/officeart/2008/layout/RadialCluster"/>
    <dgm:cxn modelId="{929B427D-D50A-469D-9C0A-F0C11EA2C0E2}" type="presParOf" srcId="{4B0EC56B-4CED-4CF7-B079-1A770BBE4D4E}" destId="{9A10A66B-FCAB-4979-8C9E-5A3896F1AC6F}" srcOrd="8" destOrd="0" presId="urn:microsoft.com/office/officeart/2008/layout/RadialCluster"/>
    <dgm:cxn modelId="{BE15D918-6B21-4B32-AFEE-D103DD69A8A7}" type="presParOf" srcId="{8A303385-4CBB-4E57-8FFE-BEF84099965A}" destId="{174586F6-8D2D-42B6-BDD4-86E0A1BBC3F4}" srcOrd="6" destOrd="0" presId="urn:microsoft.com/office/officeart/2008/layout/RadialCluster"/>
    <dgm:cxn modelId="{F69188E3-D1AF-48D3-8BD6-CB597847AC01}" type="presParOf" srcId="{8A303385-4CBB-4E57-8FFE-BEF84099965A}" destId="{777DA0F2-B1CB-415E-80A4-9C25F8292104}" srcOrd="7" destOrd="0" presId="urn:microsoft.com/office/officeart/2008/layout/RadialCluster"/>
    <dgm:cxn modelId="{AD8BD285-D159-430C-90DC-6D5EB5F0C8E7}" type="presParOf" srcId="{777DA0F2-B1CB-415E-80A4-9C25F8292104}" destId="{13BCE1E0-1D46-456E-A9BC-60B546706352}" srcOrd="0" destOrd="0" presId="urn:microsoft.com/office/officeart/2008/layout/RadialCluster"/>
    <dgm:cxn modelId="{F6A182D5-744B-4961-A1C6-130783411364}" type="presParOf" srcId="{777DA0F2-B1CB-415E-80A4-9C25F8292104}" destId="{DD13D53C-C4D4-4E62-AC58-3364E987A1FB}" srcOrd="1" destOrd="0" presId="urn:microsoft.com/office/officeart/2008/layout/RadialCluster"/>
    <dgm:cxn modelId="{CC6B00C4-3A7E-4F2D-A074-BBDBDAFD5BFF}" type="presParOf" srcId="{777DA0F2-B1CB-415E-80A4-9C25F8292104}" destId="{45A08A40-3CC2-4908-85C8-7C83FA47521C}" srcOrd="2" destOrd="0" presId="urn:microsoft.com/office/officeart/2008/layout/RadialCluster"/>
    <dgm:cxn modelId="{C8D3E244-F719-4D59-B2FE-BACFCE8298A6}" type="presParOf" srcId="{777DA0F2-B1CB-415E-80A4-9C25F8292104}" destId="{0D8C202F-9BD8-4E10-9FC2-7033C8D37303}" srcOrd="3" destOrd="0" presId="urn:microsoft.com/office/officeart/2008/layout/RadialCluster"/>
    <dgm:cxn modelId="{17A700BA-EAEA-4C89-B5AA-B60EDBF68AB3}" type="presParOf" srcId="{777DA0F2-B1CB-415E-80A4-9C25F8292104}" destId="{7B1017A6-40AC-440D-950A-E238A7073388}" srcOrd="4" destOrd="0" presId="urn:microsoft.com/office/officeart/2008/layout/RadialCluster"/>
    <dgm:cxn modelId="{D09517E8-387E-445A-9406-F5D5A27C4905}" type="presParOf" srcId="{8A303385-4CBB-4E57-8FFE-BEF84099965A}" destId="{B27BE8D1-28B1-4689-B3F5-ACEB5795D7F8}" srcOrd="8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7BE8D1-28B1-4689-B3F5-ACEB5795D7F8}">
      <dsp:nvSpPr>
        <dsp:cNvPr id="0" name=""/>
        <dsp:cNvSpPr/>
      </dsp:nvSpPr>
      <dsp:spPr>
        <a:xfrm rot="11134850">
          <a:off x="4177820" y="2171484"/>
          <a:ext cx="43660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36608" y="0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4586F6-8D2D-42B6-BDD4-86E0A1BBC3F4}">
      <dsp:nvSpPr>
        <dsp:cNvPr id="0" name=""/>
        <dsp:cNvSpPr/>
      </dsp:nvSpPr>
      <dsp:spPr>
        <a:xfrm rot="8707764">
          <a:off x="4651696" y="2741174"/>
          <a:ext cx="11103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1034" y="0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8E1943-3928-4537-94C1-0FF7A9BA875E}">
      <dsp:nvSpPr>
        <dsp:cNvPr id="0" name=""/>
        <dsp:cNvSpPr/>
      </dsp:nvSpPr>
      <dsp:spPr>
        <a:xfrm rot="20210128">
          <a:off x="6151316" y="1902637"/>
          <a:ext cx="17803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8031" y="0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24B9F5-84A1-4380-8024-54E43C128013}">
      <dsp:nvSpPr>
        <dsp:cNvPr id="0" name=""/>
        <dsp:cNvSpPr/>
      </dsp:nvSpPr>
      <dsp:spPr>
        <a:xfrm rot="15944752">
          <a:off x="5187484" y="1673197"/>
          <a:ext cx="30839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08399" y="0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9A1FF0-419D-401B-9E79-070F64C2F6E6}">
      <dsp:nvSpPr>
        <dsp:cNvPr id="0" name=""/>
        <dsp:cNvSpPr/>
      </dsp:nvSpPr>
      <dsp:spPr>
        <a:xfrm>
          <a:off x="4613394" y="1826972"/>
          <a:ext cx="1545099" cy="882461"/>
        </a:xfrm>
        <a:prstGeom prst="roundRect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Baixa eficiência no processo de impressão e organização de NFs</a:t>
          </a:r>
        </a:p>
      </dsp:txBody>
      <dsp:txXfrm>
        <a:off x="4656472" y="1870050"/>
        <a:ext cx="1458943" cy="796305"/>
      </dsp:txXfrm>
    </dsp:sp>
    <dsp:sp modelId="{96E35CD8-E0B7-4204-AB44-E9B6A58A7C83}">
      <dsp:nvSpPr>
        <dsp:cNvPr id="0" name=""/>
        <dsp:cNvSpPr/>
      </dsp:nvSpPr>
      <dsp:spPr>
        <a:xfrm>
          <a:off x="4650934" y="910012"/>
          <a:ext cx="1313290" cy="609409"/>
        </a:xfrm>
        <a:prstGeom prst="roundRect">
          <a:avLst/>
        </a:prstGeom>
        <a:solidFill>
          <a:schemeClr val="tx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As ferramentas estão adequadas?</a:t>
          </a:r>
        </a:p>
      </dsp:txBody>
      <dsp:txXfrm>
        <a:off x="4680683" y="939761"/>
        <a:ext cx="1253792" cy="549911"/>
      </dsp:txXfrm>
    </dsp:sp>
    <dsp:sp modelId="{3FF2F18C-98F8-4F25-9FBB-91F4B7EE52D3}">
      <dsp:nvSpPr>
        <dsp:cNvPr id="0" name=""/>
        <dsp:cNvSpPr/>
      </dsp:nvSpPr>
      <dsp:spPr>
        <a:xfrm rot="12184272">
          <a:off x="4231484" y="849415"/>
          <a:ext cx="43692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36922" y="0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CB7EAB-68A3-4C4E-B4E0-A508C066B90F}">
      <dsp:nvSpPr>
        <dsp:cNvPr id="0" name=""/>
        <dsp:cNvSpPr/>
      </dsp:nvSpPr>
      <dsp:spPr>
        <a:xfrm>
          <a:off x="2965071" y="185670"/>
          <a:ext cx="1283886" cy="609409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O retrabalho é causado por falta de ordenação?</a:t>
          </a:r>
        </a:p>
      </dsp:txBody>
      <dsp:txXfrm>
        <a:off x="2994820" y="215419"/>
        <a:ext cx="1224388" cy="549911"/>
      </dsp:txXfrm>
    </dsp:sp>
    <dsp:sp modelId="{810E8C5D-EE7B-4980-9190-4A6DD1B65303}">
      <dsp:nvSpPr>
        <dsp:cNvPr id="0" name=""/>
        <dsp:cNvSpPr/>
      </dsp:nvSpPr>
      <dsp:spPr>
        <a:xfrm rot="16200000">
          <a:off x="5176519" y="778952"/>
          <a:ext cx="26212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2120" y="0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CA99A3-430B-49A6-8641-8E94B05515F5}">
      <dsp:nvSpPr>
        <dsp:cNvPr id="0" name=""/>
        <dsp:cNvSpPr/>
      </dsp:nvSpPr>
      <dsp:spPr>
        <a:xfrm>
          <a:off x="4488091" y="38482"/>
          <a:ext cx="1638977" cy="609409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As ferramentas são de fácil acesso?</a:t>
          </a:r>
        </a:p>
      </dsp:txBody>
      <dsp:txXfrm>
        <a:off x="4517840" y="68231"/>
        <a:ext cx="1579479" cy="549911"/>
      </dsp:txXfrm>
    </dsp:sp>
    <dsp:sp modelId="{5FF10AFA-5CBA-4124-BAC2-144A2B90421B}">
      <dsp:nvSpPr>
        <dsp:cNvPr id="0" name=""/>
        <dsp:cNvSpPr/>
      </dsp:nvSpPr>
      <dsp:spPr>
        <a:xfrm rot="20291866">
          <a:off x="5943474" y="844302"/>
          <a:ext cx="58020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80207" y="0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EB8452-3297-4B43-8D9F-1A183F91CB0B}">
      <dsp:nvSpPr>
        <dsp:cNvPr id="0" name=""/>
        <dsp:cNvSpPr/>
      </dsp:nvSpPr>
      <dsp:spPr>
        <a:xfrm>
          <a:off x="6465990" y="127147"/>
          <a:ext cx="1597342" cy="609409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As ferramentas suportam o volume atual?</a:t>
          </a:r>
        </a:p>
      </dsp:txBody>
      <dsp:txXfrm>
        <a:off x="6495739" y="156896"/>
        <a:ext cx="1537844" cy="549911"/>
      </dsp:txXfrm>
    </dsp:sp>
    <dsp:sp modelId="{73FC1451-2FCB-4D48-9BE3-04E7687C3B66}">
      <dsp:nvSpPr>
        <dsp:cNvPr id="0" name=""/>
        <dsp:cNvSpPr/>
      </dsp:nvSpPr>
      <dsp:spPr>
        <a:xfrm>
          <a:off x="6322172" y="1249539"/>
          <a:ext cx="1036843" cy="792531"/>
        </a:xfrm>
        <a:prstGeom prst="roundRect">
          <a:avLst/>
        </a:prstGeom>
        <a:solidFill>
          <a:schemeClr val="tx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O processo está claro?</a:t>
          </a:r>
        </a:p>
      </dsp:txBody>
      <dsp:txXfrm>
        <a:off x="6360860" y="1288227"/>
        <a:ext cx="959467" cy="715155"/>
      </dsp:txXfrm>
    </dsp:sp>
    <dsp:sp modelId="{6DDA962A-B036-4F7C-AB1E-D60DCBBF3638}">
      <dsp:nvSpPr>
        <dsp:cNvPr id="0" name=""/>
        <dsp:cNvSpPr/>
      </dsp:nvSpPr>
      <dsp:spPr>
        <a:xfrm rot="20419938">
          <a:off x="7349775" y="1407204"/>
          <a:ext cx="31678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6780" y="0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6FFD10-BB4C-4E19-9EEC-D1F30DB6A110}">
      <dsp:nvSpPr>
        <dsp:cNvPr id="0" name=""/>
        <dsp:cNvSpPr/>
      </dsp:nvSpPr>
      <dsp:spPr>
        <a:xfrm>
          <a:off x="7610797" y="747423"/>
          <a:ext cx="1789860" cy="606472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O processo atual é estável?</a:t>
          </a:r>
        </a:p>
      </dsp:txBody>
      <dsp:txXfrm>
        <a:off x="7640403" y="777029"/>
        <a:ext cx="1730648" cy="547260"/>
      </dsp:txXfrm>
    </dsp:sp>
    <dsp:sp modelId="{E7D8E028-AE55-4624-91E3-4D33DD62831D}">
      <dsp:nvSpPr>
        <dsp:cNvPr id="0" name=""/>
        <dsp:cNvSpPr/>
      </dsp:nvSpPr>
      <dsp:spPr>
        <a:xfrm rot="768545">
          <a:off x="7346115" y="1878596"/>
          <a:ext cx="103672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36722" y="0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452692-44E9-4600-9990-EE533F2A6F25}">
      <dsp:nvSpPr>
        <dsp:cNvPr id="0" name=""/>
        <dsp:cNvSpPr/>
      </dsp:nvSpPr>
      <dsp:spPr>
        <a:xfrm>
          <a:off x="8369938" y="1708678"/>
          <a:ext cx="1389563" cy="885612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Os procedimentos são de fácil acesso?</a:t>
          </a:r>
        </a:p>
      </dsp:txBody>
      <dsp:txXfrm>
        <a:off x="8413170" y="1751910"/>
        <a:ext cx="1303099" cy="799148"/>
      </dsp:txXfrm>
    </dsp:sp>
    <dsp:sp modelId="{22BC16C9-7237-4C1C-AE43-DFC2D1D37197}">
      <dsp:nvSpPr>
        <dsp:cNvPr id="0" name=""/>
        <dsp:cNvSpPr/>
      </dsp:nvSpPr>
      <dsp:spPr>
        <a:xfrm rot="2332951">
          <a:off x="7198245" y="2421011"/>
          <a:ext cx="120734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07344" y="0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59AF74-6A52-4CA8-83A0-99721F9B68BC}">
      <dsp:nvSpPr>
        <dsp:cNvPr id="0" name=""/>
        <dsp:cNvSpPr/>
      </dsp:nvSpPr>
      <dsp:spPr>
        <a:xfrm>
          <a:off x="8078748" y="2799951"/>
          <a:ext cx="1395731" cy="814098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As regras de ordenação das NFs são claras?</a:t>
          </a:r>
        </a:p>
      </dsp:txBody>
      <dsp:txXfrm>
        <a:off x="8118489" y="2839692"/>
        <a:ext cx="1316249" cy="734616"/>
      </dsp:txXfrm>
    </dsp:sp>
    <dsp:sp modelId="{1AD9666C-A98C-4338-BBB8-2DD41C33D778}">
      <dsp:nvSpPr>
        <dsp:cNvPr id="0" name=""/>
        <dsp:cNvSpPr/>
      </dsp:nvSpPr>
      <dsp:spPr>
        <a:xfrm>
          <a:off x="3555828" y="2772915"/>
          <a:ext cx="1495506" cy="499057"/>
        </a:xfrm>
        <a:prstGeom prst="roundRect">
          <a:avLst/>
        </a:prstGeom>
        <a:solidFill>
          <a:schemeClr val="tx2">
            <a:lumMod val="7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50" kern="1200" dirty="0"/>
            <a:t>Existe padronização no processo?</a:t>
          </a:r>
        </a:p>
      </dsp:txBody>
      <dsp:txXfrm>
        <a:off x="3580190" y="2797277"/>
        <a:ext cx="1446782" cy="450333"/>
      </dsp:txXfrm>
    </dsp:sp>
    <dsp:sp modelId="{4DBDA948-6BBE-4A24-AFF5-88B019247F3F}">
      <dsp:nvSpPr>
        <dsp:cNvPr id="0" name=""/>
        <dsp:cNvSpPr/>
      </dsp:nvSpPr>
      <dsp:spPr>
        <a:xfrm rot="233652">
          <a:off x="5050329" y="3102924"/>
          <a:ext cx="87110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71102" y="0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126564-44A6-4873-A1DD-B1494DE2477E}">
      <dsp:nvSpPr>
        <dsp:cNvPr id="0" name=""/>
        <dsp:cNvSpPr/>
      </dsp:nvSpPr>
      <dsp:spPr>
        <a:xfrm>
          <a:off x="5920426" y="2824183"/>
          <a:ext cx="1536779" cy="721254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50" kern="1200" dirty="0"/>
            <a:t>A execução do processo segue o padrão definido?</a:t>
          </a:r>
        </a:p>
      </dsp:txBody>
      <dsp:txXfrm>
        <a:off x="5955635" y="2859392"/>
        <a:ext cx="1466361" cy="650836"/>
      </dsp:txXfrm>
    </dsp:sp>
    <dsp:sp modelId="{25E65CA8-586C-4654-9D97-A499E8548DD3}">
      <dsp:nvSpPr>
        <dsp:cNvPr id="0" name=""/>
        <dsp:cNvSpPr/>
      </dsp:nvSpPr>
      <dsp:spPr>
        <a:xfrm rot="1751572">
          <a:off x="4699691" y="3465895"/>
          <a:ext cx="79517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95172" y="0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708461-6F32-4561-BF72-8D39015F8E15}">
      <dsp:nvSpPr>
        <dsp:cNvPr id="0" name=""/>
        <dsp:cNvSpPr/>
      </dsp:nvSpPr>
      <dsp:spPr>
        <a:xfrm>
          <a:off x="5320660" y="3659818"/>
          <a:ext cx="1506599" cy="703533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50" kern="1200" dirty="0"/>
            <a:t>Podemos automatizar algum processo?</a:t>
          </a:r>
        </a:p>
      </dsp:txBody>
      <dsp:txXfrm>
        <a:off x="5355004" y="3694162"/>
        <a:ext cx="1437911" cy="634845"/>
      </dsp:txXfrm>
    </dsp:sp>
    <dsp:sp modelId="{52C48AC5-16D7-4BBB-96B7-BB372DF22C23}">
      <dsp:nvSpPr>
        <dsp:cNvPr id="0" name=""/>
        <dsp:cNvSpPr/>
      </dsp:nvSpPr>
      <dsp:spPr>
        <a:xfrm rot="5751212">
          <a:off x="4124613" y="3410438"/>
          <a:ext cx="27838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8382" y="0"/>
              </a:lnTo>
            </a:path>
          </a:pathLst>
        </a:custGeom>
        <a:noFill/>
        <a:ln w="25400" cap="flat" cmpd="sng" algn="ctr">
          <a:solidFill>
            <a:schemeClr val="tx1">
              <a:lumMod val="75000"/>
              <a:lumOff val="2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0A2353-8F54-4C04-BF24-37065E0EAEC0}">
      <dsp:nvSpPr>
        <dsp:cNvPr id="0" name=""/>
        <dsp:cNvSpPr/>
      </dsp:nvSpPr>
      <dsp:spPr>
        <a:xfrm>
          <a:off x="3514524" y="3548903"/>
          <a:ext cx="1398936" cy="694825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/>
            <a:t>Perdemos tempo em realizar algum processo?</a:t>
          </a:r>
        </a:p>
      </dsp:txBody>
      <dsp:txXfrm>
        <a:off x="3548443" y="3582822"/>
        <a:ext cx="1331098" cy="626987"/>
      </dsp:txXfrm>
    </dsp:sp>
    <dsp:sp modelId="{62CF212B-DA2F-4BA1-9046-427C06BE3C57}">
      <dsp:nvSpPr>
        <dsp:cNvPr id="0" name=""/>
        <dsp:cNvSpPr/>
      </dsp:nvSpPr>
      <dsp:spPr>
        <a:xfrm rot="9709145">
          <a:off x="3112732" y="3338913"/>
          <a:ext cx="45444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54440" y="0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10A66B-FCAB-4979-8C9E-5A3896F1AC6F}">
      <dsp:nvSpPr>
        <dsp:cNvPr id="0" name=""/>
        <dsp:cNvSpPr/>
      </dsp:nvSpPr>
      <dsp:spPr>
        <a:xfrm>
          <a:off x="1665578" y="3278180"/>
          <a:ext cx="1458497" cy="742251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50" kern="1200" dirty="0"/>
            <a:t>As regras do processo estão documentadas?</a:t>
          </a:r>
        </a:p>
      </dsp:txBody>
      <dsp:txXfrm>
        <a:off x="1701812" y="3314414"/>
        <a:ext cx="1386029" cy="669783"/>
      </dsp:txXfrm>
    </dsp:sp>
    <dsp:sp modelId="{13BCE1E0-1D46-456E-A9BC-60B546706352}">
      <dsp:nvSpPr>
        <dsp:cNvPr id="0" name=""/>
        <dsp:cNvSpPr/>
      </dsp:nvSpPr>
      <dsp:spPr>
        <a:xfrm>
          <a:off x="2927864" y="1703013"/>
          <a:ext cx="1250990" cy="772244"/>
        </a:xfrm>
        <a:prstGeom prst="roundRect">
          <a:avLst/>
        </a:prstGeom>
        <a:solidFill>
          <a:schemeClr val="tx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Existe retrabalho no processo?</a:t>
          </a:r>
        </a:p>
      </dsp:txBody>
      <dsp:txXfrm>
        <a:off x="2965562" y="1740711"/>
        <a:ext cx="1175594" cy="696848"/>
      </dsp:txXfrm>
    </dsp:sp>
    <dsp:sp modelId="{DD13D53C-C4D4-4E62-AC58-3364E987A1FB}">
      <dsp:nvSpPr>
        <dsp:cNvPr id="0" name=""/>
        <dsp:cNvSpPr/>
      </dsp:nvSpPr>
      <dsp:spPr>
        <a:xfrm rot="10160561">
          <a:off x="2658643" y="2231952"/>
          <a:ext cx="27156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1562" y="0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A08A40-3CC2-4908-85C8-7C83FA47521C}">
      <dsp:nvSpPr>
        <dsp:cNvPr id="0" name=""/>
        <dsp:cNvSpPr/>
      </dsp:nvSpPr>
      <dsp:spPr>
        <a:xfrm>
          <a:off x="1128905" y="2096512"/>
          <a:ext cx="1532080" cy="609409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O retrabalho é causado por falhas na impressão ou ordenação?</a:t>
          </a:r>
        </a:p>
      </dsp:txBody>
      <dsp:txXfrm>
        <a:off x="1158654" y="2126261"/>
        <a:ext cx="1472582" cy="549911"/>
      </dsp:txXfrm>
    </dsp:sp>
    <dsp:sp modelId="{0D8C202F-9BD8-4E10-9FC2-7033C8D37303}">
      <dsp:nvSpPr>
        <dsp:cNvPr id="0" name=""/>
        <dsp:cNvSpPr/>
      </dsp:nvSpPr>
      <dsp:spPr>
        <a:xfrm rot="13338518">
          <a:off x="2848967" y="1594596"/>
          <a:ext cx="32213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22130" y="0"/>
              </a:lnTo>
            </a:path>
          </a:pathLst>
        </a:cu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1017A6-40AC-440D-950A-E238A7073388}">
      <dsp:nvSpPr>
        <dsp:cNvPr id="0" name=""/>
        <dsp:cNvSpPr/>
      </dsp:nvSpPr>
      <dsp:spPr>
        <a:xfrm>
          <a:off x="1914440" y="876770"/>
          <a:ext cx="1283429" cy="609409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Há atividades que não agregam valor?</a:t>
          </a:r>
        </a:p>
      </dsp:txBody>
      <dsp:txXfrm>
        <a:off x="1944189" y="906519"/>
        <a:ext cx="1223931" cy="5499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8815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0"/>
            <a:ext cx="3040063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l" defTabSz="962025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40062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962025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23863" y="709613"/>
            <a:ext cx="6164262" cy="34686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21188"/>
            <a:ext cx="5145087" cy="417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662" tIns="49212" rIns="93662" bIns="492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1588" y="8836025"/>
            <a:ext cx="3040063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l" defTabSz="962025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36025"/>
            <a:ext cx="3040062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962025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fld id="{C24B83F5-659E-4CC1-8B90-B702060253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0097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6202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68313" algn="l" defTabSz="96202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36625" algn="l" defTabSz="96202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408113" algn="l" defTabSz="96202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74838" algn="l" defTabSz="96202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8B7DB5B2-B3E2-4FF6-A58D-E927510EFBF9}" type="slidenum">
              <a:rPr lang="en-US" altLang="en-US" sz="1000" smtClean="0"/>
              <a:pPr algn="r">
                <a:spcBef>
                  <a:spcPct val="0"/>
                </a:spcBef>
              </a:pPr>
              <a:t>1</a:t>
            </a:fld>
            <a:endParaRPr lang="en-US" altLang="en-US" sz="10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3863" y="709613"/>
            <a:ext cx="6164262" cy="3468687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948D638B-A7C6-4620-8342-8E6D62BBAD21}" type="slidenum">
              <a:rPr lang="en-US" altLang="en-US" sz="1000" smtClean="0"/>
              <a:pPr algn="r">
                <a:spcBef>
                  <a:spcPct val="0"/>
                </a:spcBef>
              </a:pPr>
              <a:t>2</a:t>
            </a:fld>
            <a:endParaRPr lang="en-US" altLang="en-US" sz="10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3863" y="708025"/>
            <a:ext cx="6164262" cy="3468688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392613"/>
            <a:ext cx="5143500" cy="41798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8925" indent="-228600" eaLnBrk="1" hangingPunct="1"/>
            <a:endParaRPr lang="en-US" altLang="en-US" sz="1000" b="1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169FCE26-38FF-43EE-84D2-EBBC98042146}" type="slidenum">
              <a:rPr lang="en-US" altLang="en-US" sz="1000" smtClean="0"/>
              <a:pPr algn="r">
                <a:spcBef>
                  <a:spcPct val="0"/>
                </a:spcBef>
              </a:pPr>
              <a:t>3</a:t>
            </a:fld>
            <a:endParaRPr lang="en-US" altLang="en-US" sz="100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3863" y="708025"/>
            <a:ext cx="6164262" cy="3468688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9600"/>
            <a:ext cx="5143500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8925" indent="-228600" eaLnBrk="1" hangingPunct="1"/>
            <a:endParaRPr lang="en-US" altLang="en-US" sz="9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5EF017F7-9DE1-462B-BE8E-8D113C758DFF}" type="slidenum">
              <a:rPr lang="en-US" altLang="en-US" sz="1000" smtClean="0"/>
              <a:pPr algn="r">
                <a:spcBef>
                  <a:spcPct val="0"/>
                </a:spcBef>
              </a:pPr>
              <a:t>4</a:t>
            </a:fld>
            <a:endParaRPr lang="en-US" altLang="en-US" sz="100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3863" y="708025"/>
            <a:ext cx="6164262" cy="3468688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9600"/>
            <a:ext cx="5143500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8925" indent="-228600" eaLnBrk="1" hangingPunct="1"/>
            <a:r>
              <a:rPr lang="en-US" altLang="en-US" sz="1000" b="1" dirty="0" err="1"/>
              <a:t>Dicas</a:t>
            </a:r>
            <a:r>
              <a:rPr lang="en-US" altLang="en-US" sz="1000" b="1" dirty="0"/>
              <a:t>:</a:t>
            </a:r>
          </a:p>
          <a:p>
            <a:pPr marL="288925" indent="-228600" eaLnBrk="1" hangingPunct="1"/>
            <a:r>
              <a:rPr lang="en-US" altLang="en-US" sz="1000" b="1" dirty="0"/>
              <a:t>	Utilize whatever Brainstorming technique was effective for your team and capture the X’s here – a Photograph of your brainstorm chart is sufficient </a:t>
            </a:r>
            <a:br>
              <a:rPr lang="en-US" altLang="en-US" sz="1000" b="1" dirty="0"/>
            </a:br>
            <a:r>
              <a:rPr lang="en-US" altLang="en-US" sz="1000" b="1" dirty="0"/>
              <a:t>or if you created a formal thought map paste the initial version here.</a:t>
            </a:r>
          </a:p>
          <a:p>
            <a:pPr marL="635000" lvl="1" indent="-228600" eaLnBrk="1" hangingPunct="1">
              <a:buFontTx/>
              <a:buChar char="•"/>
            </a:pPr>
            <a:r>
              <a:rPr lang="en-US" altLang="en-US" sz="900" dirty="0"/>
              <a:t>This chart should only show </a:t>
            </a:r>
            <a:r>
              <a:rPr lang="en-US" altLang="en-US" sz="900" b="1" dirty="0"/>
              <a:t>questions or issues to be considered or addressed from your brainstorms</a:t>
            </a:r>
            <a:r>
              <a:rPr lang="en-US" altLang="en-US" sz="900" dirty="0"/>
              <a:t> AND determinations reached from the data! </a:t>
            </a:r>
            <a:br>
              <a:rPr lang="en-US" altLang="en-US" sz="900" dirty="0"/>
            </a:br>
            <a:r>
              <a:rPr lang="en-US" altLang="en-US" sz="900" dirty="0"/>
              <a:t>Not personal opinion!!  Highlight the “few X’s” that you decided to focus on after the event.</a:t>
            </a:r>
          </a:p>
          <a:p>
            <a:pPr marL="635000" lvl="1" indent="-228600" eaLnBrk="1" hangingPunct="1">
              <a:buFontTx/>
              <a:buChar char="•"/>
            </a:pPr>
            <a:r>
              <a:rPr lang="en-US" altLang="en-US" sz="900" dirty="0"/>
              <a:t>This chart should not deal with possible solutions … doing so would circumvent the DMAIC process.</a:t>
            </a:r>
          </a:p>
          <a:p>
            <a:pPr marL="635000" lvl="1" indent="-228600" eaLnBrk="1" hangingPunct="1">
              <a:buFontTx/>
              <a:buChar char="•"/>
            </a:pPr>
            <a:r>
              <a:rPr lang="en-US" altLang="en-US" sz="900" b="1" dirty="0"/>
              <a:t>REMEMBER: 1) Do not begin with a question. 2) This is a living document and can be changed and presented at the end of your project.</a:t>
            </a:r>
            <a:endParaRPr lang="en-GB" altLang="en-US" sz="1000" b="1" dirty="0"/>
          </a:p>
          <a:p>
            <a:pPr marL="288925" indent="-228600" eaLnBrk="1" hangingPunct="1"/>
            <a:endParaRPr lang="en-GB" altLang="en-US" sz="1000" b="1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A258662E-D862-45DB-A3EF-D74AF59F50F9}" type="slidenum">
              <a:rPr lang="en-US" altLang="en-US" sz="1000" smtClean="0"/>
              <a:pPr algn="r">
                <a:spcBef>
                  <a:spcPct val="0"/>
                </a:spcBef>
              </a:pPr>
              <a:t>5</a:t>
            </a:fld>
            <a:endParaRPr lang="en-US" altLang="en-US" sz="10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3863" y="708025"/>
            <a:ext cx="6164262" cy="3468688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9600"/>
            <a:ext cx="5143500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8925" indent="-228600" eaLnBrk="1" hangingPunct="1"/>
            <a:endParaRPr lang="en-GB" altLang="en-US" sz="1000" b="1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A008C626-FBB7-41D6-829D-E10F6818059F}" type="slidenum">
              <a:rPr lang="en-US" altLang="en-US" sz="1000" smtClean="0"/>
              <a:pPr algn="r">
                <a:spcBef>
                  <a:spcPct val="0"/>
                </a:spcBef>
              </a:pPr>
              <a:t>6</a:t>
            </a:fld>
            <a:endParaRPr lang="en-US" altLang="en-US" sz="100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3863" y="708025"/>
            <a:ext cx="6164262" cy="3468688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9600"/>
            <a:ext cx="5143500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8925" indent="-228600" eaLnBrk="1" hangingPunct="1"/>
            <a:r>
              <a:rPr lang="en-US" altLang="en-US" sz="1000" b="1"/>
              <a:t>Primary Metric Graph</a:t>
            </a:r>
          </a:p>
          <a:p>
            <a:pPr marL="635000" lvl="1" indent="-228600" eaLnBrk="1" hangingPunct="1">
              <a:buFontTx/>
              <a:buChar char="•"/>
            </a:pPr>
            <a:r>
              <a:rPr lang="en-GB" altLang="en-US" sz="900"/>
              <a:t>Include a graph(s) showing the trend in your primary metric up to this point – This is your starting point UP TO your implementation</a:t>
            </a:r>
            <a:br>
              <a:rPr lang="en-GB" altLang="en-US" sz="900"/>
            </a:br>
            <a:r>
              <a:rPr lang="en-GB" altLang="en-US" sz="900"/>
              <a:t>     Use your historical measurements when possible to demonstrate the difference before and after your improvements – You can recreate this graph adding your </a:t>
            </a:r>
            <a:br>
              <a:rPr lang="en-GB" altLang="en-US" sz="900"/>
            </a:br>
            <a:r>
              <a:rPr lang="en-GB" altLang="en-US" sz="900"/>
              <a:t>     “After” data later in the Implementation Phase to graphically show the effect your implementation had on the data.</a:t>
            </a:r>
          </a:p>
          <a:p>
            <a:pPr marL="635000" lvl="1" indent="-228600" eaLnBrk="1" hangingPunct="1">
              <a:buFontTx/>
              <a:buChar char="•"/>
            </a:pPr>
            <a:r>
              <a:rPr lang="en-GB" altLang="en-US" sz="900"/>
              <a:t>Include a graph for each of your primary metrics (if you have more than one)</a:t>
            </a:r>
          </a:p>
          <a:p>
            <a:pPr marL="635000" lvl="1" indent="-228600" eaLnBrk="1" hangingPunct="1">
              <a:buFontTx/>
              <a:buChar char="•"/>
            </a:pPr>
            <a:r>
              <a:rPr lang="en-GB" altLang="en-US" sz="900" b="1"/>
              <a:t>REMEMBER: There should be something measurable on this slide … Show a graph and use a callout to explain anything the reader should know!</a:t>
            </a:r>
          </a:p>
          <a:p>
            <a:pPr marL="288925" indent="-228600" eaLnBrk="1" hangingPunct="1"/>
            <a:endParaRPr lang="en-GB" altLang="en-US" sz="1000" b="1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D9930AE7-FA14-49D2-B252-F14CC3A48D3E}" type="slidenum">
              <a:rPr lang="en-US" altLang="en-US" sz="1000" smtClean="0"/>
              <a:pPr algn="r">
                <a:spcBef>
                  <a:spcPct val="0"/>
                </a:spcBef>
              </a:pPr>
              <a:t>7</a:t>
            </a:fld>
            <a:endParaRPr lang="en-US" altLang="en-US" sz="10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3863" y="708025"/>
            <a:ext cx="6164262" cy="3468688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9600"/>
            <a:ext cx="5143500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8925" indent="-228600" eaLnBrk="1" hangingPunct="1"/>
            <a:r>
              <a:rPr lang="en-US" altLang="en-US" sz="1000" b="1" dirty="0"/>
              <a:t>Graphical Analysis of Data</a:t>
            </a:r>
          </a:p>
          <a:p>
            <a:pPr marL="288925" indent="-228600" eaLnBrk="1" hangingPunct="1"/>
            <a:endParaRPr lang="en-US" altLang="en-US" sz="1000" b="1" dirty="0"/>
          </a:p>
          <a:p>
            <a:pPr marL="288925" indent="-228600" eaLnBrk="1" hangingPunct="1"/>
            <a:r>
              <a:rPr lang="en-US" altLang="en-US" sz="1000" b="1" dirty="0"/>
              <a:t>Pareto Charts, Box Plots, Dot Plots, Fishbone Diagrams, etc.</a:t>
            </a:r>
          </a:p>
          <a:p>
            <a:pPr marL="288925" indent="-228600" eaLnBrk="1" hangingPunct="1"/>
            <a:endParaRPr lang="en-US" altLang="en-US" sz="1000" b="1" dirty="0"/>
          </a:p>
          <a:p>
            <a:pPr marL="635000" lvl="1" indent="-228600" eaLnBrk="1" hangingPunct="1">
              <a:buFontTx/>
              <a:buChar char="•"/>
            </a:pPr>
            <a:r>
              <a:rPr lang="en-GB" altLang="en-US" sz="900" dirty="0"/>
              <a:t>Remember: the value is in doing the slicing and dicing of data … NOT in just doing 1 chart</a:t>
            </a:r>
          </a:p>
          <a:p>
            <a:pPr marL="635000" lvl="1" indent="-228600" eaLnBrk="1" hangingPunct="1">
              <a:buFontTx/>
              <a:buChar char="•"/>
            </a:pPr>
            <a:r>
              <a:rPr lang="en-GB" altLang="en-US" sz="900" b="1" dirty="0"/>
              <a:t>Use callouts</a:t>
            </a:r>
            <a:r>
              <a:rPr lang="en-GB" altLang="en-US" sz="900" dirty="0"/>
              <a:t> as needed to identify your top contributors or identify what this analysis told you</a:t>
            </a:r>
          </a:p>
          <a:p>
            <a:pPr marL="635000" lvl="1" indent="-228600" eaLnBrk="1" hangingPunct="1">
              <a:buFontTx/>
              <a:buChar char="•"/>
            </a:pPr>
            <a:r>
              <a:rPr lang="en-GB" altLang="en-US" sz="900" dirty="0"/>
              <a:t>If using Pareto charts, be sure they are Pareto’s </a:t>
            </a:r>
            <a:r>
              <a:rPr lang="en-GB" altLang="en-US" sz="900" b="1" u="sng" dirty="0"/>
              <a:t>not</a:t>
            </a:r>
            <a:r>
              <a:rPr lang="en-GB" altLang="en-US" sz="900" dirty="0"/>
              <a:t> regular bar charts or histograms</a:t>
            </a:r>
          </a:p>
          <a:p>
            <a:pPr marL="635000" lvl="1" indent="-228600" eaLnBrk="1" hangingPunct="1">
              <a:buFontTx/>
              <a:buChar char="•"/>
            </a:pPr>
            <a:r>
              <a:rPr lang="en-GB" altLang="en-US" sz="900" dirty="0"/>
              <a:t>Verify the correctness of your chart labels </a:t>
            </a:r>
          </a:p>
          <a:p>
            <a:pPr marL="635000" lvl="1" indent="-228600" eaLnBrk="1" hangingPunct="1">
              <a:buFontTx/>
              <a:buChar char="•"/>
            </a:pPr>
            <a:r>
              <a:rPr lang="en-GB" altLang="en-US" sz="900" b="1" dirty="0"/>
              <a:t>REMEMBER: Play with your data … and show your analysis on this slide and duplicate as needed.</a:t>
            </a:r>
          </a:p>
          <a:p>
            <a:pPr marL="635000" lvl="1" indent="-228600" eaLnBrk="1" hangingPunct="1"/>
            <a:endParaRPr lang="en-GB" altLang="en-US" sz="900" dirty="0"/>
          </a:p>
          <a:p>
            <a:pPr marL="288925" indent="-228600" eaLnBrk="1" hangingPunct="1"/>
            <a:endParaRPr lang="en-GB" altLang="en-US" sz="1000" b="1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D9930AE7-FA14-49D2-B252-F14CC3A48D3E}" type="slidenum">
              <a:rPr lang="en-US" altLang="en-US" sz="1000" smtClean="0"/>
              <a:pPr algn="r">
                <a:spcBef>
                  <a:spcPct val="0"/>
                </a:spcBef>
              </a:pPr>
              <a:t>8</a:t>
            </a:fld>
            <a:endParaRPr lang="en-US" altLang="en-US" sz="10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3863" y="708025"/>
            <a:ext cx="6164262" cy="3468688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9600"/>
            <a:ext cx="5143500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8925" indent="-228600" eaLnBrk="1" hangingPunct="1"/>
            <a:r>
              <a:rPr lang="en-US" altLang="en-US" sz="1000" b="1" dirty="0"/>
              <a:t>Graphical Analysis of Data</a:t>
            </a:r>
          </a:p>
          <a:p>
            <a:pPr marL="288925" indent="-228600" eaLnBrk="1" hangingPunct="1"/>
            <a:endParaRPr lang="en-US" altLang="en-US" sz="1000" b="1" dirty="0"/>
          </a:p>
          <a:p>
            <a:pPr marL="288925" indent="-228600" eaLnBrk="1" hangingPunct="1"/>
            <a:r>
              <a:rPr lang="en-US" altLang="en-US" sz="1000" b="1" dirty="0"/>
              <a:t>Pareto Charts, Box Plots, Dot Plots, Fishbone Diagrams, etc.</a:t>
            </a:r>
          </a:p>
          <a:p>
            <a:pPr marL="288925" indent="-228600" eaLnBrk="1" hangingPunct="1"/>
            <a:endParaRPr lang="en-US" altLang="en-US" sz="1000" b="1" dirty="0"/>
          </a:p>
          <a:p>
            <a:pPr marL="635000" lvl="1" indent="-228600" eaLnBrk="1" hangingPunct="1">
              <a:buFontTx/>
              <a:buChar char="•"/>
            </a:pPr>
            <a:r>
              <a:rPr lang="en-GB" altLang="en-US" sz="900" dirty="0"/>
              <a:t>Remember: the value is in doing the slicing and dicing of data … NOT in just doing 1 chart</a:t>
            </a:r>
          </a:p>
          <a:p>
            <a:pPr marL="635000" lvl="1" indent="-228600" eaLnBrk="1" hangingPunct="1">
              <a:buFontTx/>
              <a:buChar char="•"/>
            </a:pPr>
            <a:r>
              <a:rPr lang="en-GB" altLang="en-US" sz="900" b="1" dirty="0"/>
              <a:t>Use callouts</a:t>
            </a:r>
            <a:r>
              <a:rPr lang="en-GB" altLang="en-US" sz="900" dirty="0"/>
              <a:t> as needed to identify your top contributors or identify what this analysis told you</a:t>
            </a:r>
          </a:p>
          <a:p>
            <a:pPr marL="635000" lvl="1" indent="-228600" eaLnBrk="1" hangingPunct="1">
              <a:buFontTx/>
              <a:buChar char="•"/>
            </a:pPr>
            <a:r>
              <a:rPr lang="en-GB" altLang="en-US" sz="900" dirty="0"/>
              <a:t>If using Pareto charts, be sure they are Pareto’s </a:t>
            </a:r>
            <a:r>
              <a:rPr lang="en-GB" altLang="en-US" sz="900" b="1" u="sng" dirty="0"/>
              <a:t>not</a:t>
            </a:r>
            <a:r>
              <a:rPr lang="en-GB" altLang="en-US" sz="900" dirty="0"/>
              <a:t> regular bar charts or histograms</a:t>
            </a:r>
          </a:p>
          <a:p>
            <a:pPr marL="635000" lvl="1" indent="-228600" eaLnBrk="1" hangingPunct="1">
              <a:buFontTx/>
              <a:buChar char="•"/>
            </a:pPr>
            <a:r>
              <a:rPr lang="en-GB" altLang="en-US" sz="900" dirty="0"/>
              <a:t>Verify the correctness of your chart labels </a:t>
            </a:r>
          </a:p>
          <a:p>
            <a:pPr marL="635000" lvl="1" indent="-228600" eaLnBrk="1" hangingPunct="1">
              <a:buFontTx/>
              <a:buChar char="•"/>
            </a:pPr>
            <a:r>
              <a:rPr lang="en-GB" altLang="en-US" sz="900" b="1" dirty="0"/>
              <a:t>REMEMBER: Play with your data … and show your analysis on this slide and duplicate as needed.</a:t>
            </a:r>
          </a:p>
          <a:p>
            <a:pPr marL="635000" lvl="1" indent="-228600" eaLnBrk="1" hangingPunct="1"/>
            <a:endParaRPr lang="en-GB" altLang="en-US" sz="900" dirty="0"/>
          </a:p>
          <a:p>
            <a:pPr marL="288925" indent="-228600" eaLnBrk="1" hangingPunct="1"/>
            <a:endParaRPr lang="en-GB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3739606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A258662E-D862-45DB-A3EF-D74AF59F50F9}" type="slidenum">
              <a:rPr lang="en-US" altLang="en-US" sz="1000" smtClean="0"/>
              <a:pPr algn="r">
                <a:spcBef>
                  <a:spcPct val="0"/>
                </a:spcBef>
              </a:pPr>
              <a:t>9</a:t>
            </a:fld>
            <a:endParaRPr lang="en-US" altLang="en-US" sz="10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3863" y="708025"/>
            <a:ext cx="6164262" cy="3468688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9600"/>
            <a:ext cx="5143500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8925" indent="-228600" eaLnBrk="1" hangingPunct="1"/>
            <a:r>
              <a:rPr lang="en-GB" altLang="en-US" sz="1000" b="1" dirty="0"/>
              <a:t>C&amp;E Matrix (C&amp;E)</a:t>
            </a:r>
          </a:p>
          <a:p>
            <a:pPr marL="635000" lvl="1" indent="-228600" eaLnBrk="1" hangingPunct="1">
              <a:buFontTx/>
              <a:buChar char="•"/>
            </a:pPr>
            <a:r>
              <a:rPr lang="en-GB" altLang="en-US" sz="900" dirty="0"/>
              <a:t>The C&amp;E Matrix establishes the vital or important root causes – and please make certain the vital or important items are clearly identified</a:t>
            </a:r>
          </a:p>
          <a:p>
            <a:pPr marL="635000" lvl="1" indent="-228600" eaLnBrk="1" hangingPunct="1">
              <a:buFontTx/>
              <a:buChar char="•"/>
            </a:pPr>
            <a:r>
              <a:rPr lang="en-GB" altLang="en-US" sz="900" dirty="0"/>
              <a:t>Copy your C&amp;E Matrix worksheet into this slide  - If you have difficulty getting all the columns of the C&amp;E to be readable then you can hide empty or unused columns in the matrix, and focus on the top items to show how they became the focus “X”s you worked on.</a:t>
            </a:r>
          </a:p>
          <a:p>
            <a:pPr marL="635000" lvl="1" indent="-228600" eaLnBrk="1" hangingPunct="1">
              <a:buFontTx/>
              <a:buChar char="•"/>
            </a:pPr>
            <a:r>
              <a:rPr lang="en-GB" altLang="en-US" sz="900" dirty="0"/>
              <a:t>If you reduce your matrix to fit,  please attach the full file to the E-mail when you submit your report – That way we can review your work.</a:t>
            </a:r>
          </a:p>
          <a:p>
            <a:pPr marL="288925" indent="-228600" eaLnBrk="1" hangingPunct="1"/>
            <a:endParaRPr lang="en-GB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582270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D3DCD73A-D15D-4BEA-B4E5-8B6D929783D9}" type="slidenum">
              <a:rPr lang="en-US" altLang="en-US" sz="1000" smtClean="0"/>
              <a:pPr algn="r">
                <a:spcBef>
                  <a:spcPct val="0"/>
                </a:spcBef>
              </a:pPr>
              <a:t>10</a:t>
            </a:fld>
            <a:endParaRPr lang="en-US" altLang="en-US" sz="10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3863" y="708025"/>
            <a:ext cx="6164262" cy="3468688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9600"/>
            <a:ext cx="5143500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35000" lvl="1" indent="-228600" eaLnBrk="1" hangingPunct="1">
              <a:buFontTx/>
              <a:buChar char="•"/>
            </a:pPr>
            <a:endParaRPr lang="en-GB" altLang="en-US" sz="9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D3DCD73A-D15D-4BEA-B4E5-8B6D929783D9}" type="slidenum">
              <a:rPr lang="en-US" altLang="en-US" sz="1000" smtClean="0"/>
              <a:pPr algn="r">
                <a:spcBef>
                  <a:spcPct val="0"/>
                </a:spcBef>
              </a:pPr>
              <a:t>11</a:t>
            </a:fld>
            <a:endParaRPr lang="en-US" altLang="en-US" sz="10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3863" y="708025"/>
            <a:ext cx="6164262" cy="3468688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9600"/>
            <a:ext cx="5143500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35000" lvl="1" indent="-228600" eaLnBrk="1" hangingPunct="1">
              <a:buFontTx/>
              <a:buChar char="•"/>
            </a:pPr>
            <a:endParaRPr lang="en-GB" altLang="en-US" sz="9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1F4B2B1E-0DB4-4492-A170-3FACB25F54B5}" type="slidenum">
              <a:rPr lang="en-US" altLang="en-US" sz="1000" smtClean="0"/>
              <a:pPr algn="r">
                <a:spcBef>
                  <a:spcPct val="0"/>
                </a:spcBef>
              </a:pPr>
              <a:t>12</a:t>
            </a:fld>
            <a:endParaRPr lang="en-US" altLang="en-US" sz="10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3863" y="708025"/>
            <a:ext cx="6164262" cy="3468688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9600"/>
            <a:ext cx="5143500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8925" indent="-228600">
              <a:spcBef>
                <a:spcPct val="0"/>
              </a:spcBef>
            </a:pPr>
            <a:endParaRPr lang="en-GB" altLang="en-US" sz="1000" b="1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A7A83A04-AD10-4DB7-9EB4-7FA657FA63DE}" type="slidenum">
              <a:rPr lang="en-US" altLang="en-US" sz="1000" smtClean="0"/>
              <a:pPr algn="r">
                <a:spcBef>
                  <a:spcPct val="0"/>
                </a:spcBef>
              </a:pPr>
              <a:t>13</a:t>
            </a:fld>
            <a:endParaRPr lang="en-US" altLang="en-US" sz="10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3863" y="708025"/>
            <a:ext cx="6164262" cy="3468688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9600"/>
            <a:ext cx="5143500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8925" indent="-228600">
              <a:spcBef>
                <a:spcPct val="0"/>
              </a:spcBef>
            </a:pPr>
            <a:r>
              <a:rPr lang="en-US" altLang="en-US" sz="1000" b="1"/>
              <a:t>What was your Pre/Post Graphical Effect </a:t>
            </a:r>
          </a:p>
          <a:p>
            <a:pPr marL="635000" lvl="1" indent="-228600" eaLnBrk="1" hangingPunct="1">
              <a:buFontTx/>
              <a:buChar char="•"/>
            </a:pPr>
            <a:r>
              <a:rPr lang="en-US" altLang="en-US" sz="900"/>
              <a:t>Show where your implementation occurred on your Primary (one or more graphs) and what the effect graphically appears to your metric </a:t>
            </a:r>
          </a:p>
          <a:p>
            <a:pPr marL="635000" lvl="1" indent="-228600" eaLnBrk="1" hangingPunct="1">
              <a:buFontTx/>
              <a:buChar char="•"/>
            </a:pPr>
            <a:r>
              <a:rPr lang="en-US" altLang="en-US" sz="900"/>
              <a:t>Use callouts to explain what you see Pre/Post implementation</a:t>
            </a:r>
          </a:p>
          <a:p>
            <a:pPr marL="288925" indent="-228600">
              <a:spcBef>
                <a:spcPct val="0"/>
              </a:spcBef>
            </a:pPr>
            <a:endParaRPr lang="en-US" altLang="en-US" sz="1000" b="1"/>
          </a:p>
          <a:p>
            <a:pPr marL="288925" indent="-228600">
              <a:spcBef>
                <a:spcPct val="0"/>
              </a:spcBef>
            </a:pPr>
            <a:endParaRPr lang="en-GB" altLang="en-US" sz="1000" b="1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1AF407D5-D296-4F03-AE02-A940B15985B9}" type="slidenum">
              <a:rPr lang="en-US" altLang="en-US" sz="1000" smtClean="0"/>
              <a:pPr algn="r">
                <a:spcBef>
                  <a:spcPct val="0"/>
                </a:spcBef>
              </a:pPr>
              <a:t>14</a:t>
            </a:fld>
            <a:endParaRPr lang="en-US" altLang="en-US" sz="100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3863" y="708025"/>
            <a:ext cx="6164262" cy="3468688"/>
          </a:xfrm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9600"/>
            <a:ext cx="5143500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8925" indent="-228600">
              <a:spcBef>
                <a:spcPct val="0"/>
              </a:spcBef>
            </a:pPr>
            <a:r>
              <a:rPr lang="en-US" altLang="en-US" sz="1000" b="1" dirty="0"/>
              <a:t>Other Improve phase tools [Optional]</a:t>
            </a:r>
          </a:p>
          <a:p>
            <a:pPr marL="288925" indent="-228600">
              <a:spcBef>
                <a:spcPct val="0"/>
              </a:spcBef>
            </a:pPr>
            <a:endParaRPr lang="en-US" altLang="en-US" sz="1000" b="1" dirty="0"/>
          </a:p>
          <a:p>
            <a:pPr marL="288925" indent="-228600">
              <a:spcBef>
                <a:spcPct val="0"/>
              </a:spcBef>
            </a:pPr>
            <a:endParaRPr lang="en-GB" altLang="en-US" sz="1000" b="1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A4E4227B-B941-4F0B-A8E7-7F33C54E82BD}" type="slidenum">
              <a:rPr lang="en-US" altLang="en-US" sz="1000" smtClean="0"/>
              <a:pPr algn="r">
                <a:spcBef>
                  <a:spcPct val="0"/>
                </a:spcBef>
              </a:pPr>
              <a:t>15</a:t>
            </a:fld>
            <a:endParaRPr lang="en-US" altLang="en-US" sz="10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3863" y="708025"/>
            <a:ext cx="6164262" cy="3468688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9600"/>
            <a:ext cx="5143500" cy="417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8925" indent="-228600">
              <a:spcBef>
                <a:spcPct val="0"/>
              </a:spcBef>
            </a:pPr>
            <a:endParaRPr lang="en-US" altLang="en-US" sz="1000" b="1" dirty="0"/>
          </a:p>
          <a:p>
            <a:pPr marL="288925" indent="-228600">
              <a:spcBef>
                <a:spcPct val="0"/>
              </a:spcBef>
            </a:pPr>
            <a:endParaRPr lang="en-GB" altLang="en-US" sz="1000" b="1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66C17AB6-2C2F-457A-9203-5A46F13CD8F6}" type="slidenum">
              <a:rPr lang="en-US" altLang="en-US" sz="1000" smtClean="0"/>
              <a:pPr algn="r">
                <a:spcBef>
                  <a:spcPct val="0"/>
                </a:spcBef>
              </a:pPr>
              <a:t>16</a:t>
            </a:fld>
            <a:endParaRPr lang="en-US" altLang="en-US" sz="10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3863" y="709613"/>
            <a:ext cx="6164262" cy="3468687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8925" indent="-228600">
              <a:spcBef>
                <a:spcPct val="0"/>
              </a:spcBef>
            </a:pPr>
            <a:r>
              <a:rPr lang="en-US" altLang="en-US" sz="1000" b="1" dirty="0"/>
              <a:t>Summary, Conclusion, Key Points Learned</a:t>
            </a:r>
          </a:p>
          <a:p>
            <a:pPr marL="635000" lvl="1" indent="-228600">
              <a:spcBef>
                <a:spcPct val="0"/>
              </a:spcBef>
              <a:buFontTx/>
              <a:buChar char="•"/>
            </a:pPr>
            <a:r>
              <a:rPr lang="en-US" altLang="en-US" sz="900" dirty="0"/>
              <a:t>Summarize your findings and results.</a:t>
            </a:r>
          </a:p>
          <a:p>
            <a:pPr marL="635000" lvl="1" indent="-228600">
              <a:spcBef>
                <a:spcPct val="0"/>
              </a:spcBef>
              <a:buFontTx/>
              <a:buChar char="•"/>
            </a:pPr>
            <a:r>
              <a:rPr lang="en-US" altLang="en-US" sz="900" dirty="0"/>
              <a:t>What did you learn from doing this project?</a:t>
            </a:r>
          </a:p>
          <a:p>
            <a:pPr marL="635000" lvl="1" indent="-228600">
              <a:spcBef>
                <a:spcPct val="0"/>
              </a:spcBef>
              <a:buFontTx/>
              <a:buChar char="•"/>
            </a:pPr>
            <a:r>
              <a:rPr lang="en-US" altLang="en-US" sz="900" dirty="0"/>
              <a:t>If you were to do this project again, how would you do it differently?</a:t>
            </a:r>
          </a:p>
          <a:p>
            <a:pPr marL="635000" lvl="1" indent="-228600">
              <a:spcBef>
                <a:spcPct val="0"/>
              </a:spcBef>
              <a:buFontTx/>
              <a:buChar char="•"/>
            </a:pPr>
            <a:r>
              <a:rPr lang="en-US" altLang="en-US" sz="900" dirty="0"/>
              <a:t>Make sure and document ANY lessons learned they are invaluable to share with other candidates.</a:t>
            </a:r>
          </a:p>
          <a:p>
            <a:pPr marL="635000" lvl="1" indent="-228600">
              <a:spcBef>
                <a:spcPct val="0"/>
              </a:spcBef>
              <a:buFontTx/>
              <a:buChar char="•"/>
            </a:pPr>
            <a:endParaRPr lang="en-GB" altLang="en-US" sz="90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7065F67E-EB5F-4D11-B5EA-FA1B715A10A8}" type="slidenum">
              <a:rPr lang="en-US" altLang="en-US" sz="1000" smtClean="0"/>
              <a:pPr algn="r">
                <a:spcBef>
                  <a:spcPct val="0"/>
                </a:spcBef>
              </a:pPr>
              <a:t>17</a:t>
            </a:fld>
            <a:endParaRPr lang="en-US" altLang="en-US" sz="10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3863" y="709613"/>
            <a:ext cx="6164262" cy="3468687"/>
          </a:xfrm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8925" indent="-228600">
              <a:spcBef>
                <a:spcPct val="0"/>
              </a:spcBef>
            </a:pPr>
            <a:r>
              <a:rPr lang="en-US" altLang="en-US" sz="1000" b="1" dirty="0"/>
              <a:t>Financial Savings Summary</a:t>
            </a:r>
          </a:p>
          <a:p>
            <a:pPr marL="635000" lvl="1" indent="-228600">
              <a:spcBef>
                <a:spcPct val="0"/>
              </a:spcBef>
              <a:buFontTx/>
              <a:buChar char="•"/>
            </a:pPr>
            <a:r>
              <a:rPr lang="en-US" altLang="en-US" sz="900" dirty="0"/>
              <a:t>Show how financial savings (if any per the type of project) were calculated</a:t>
            </a:r>
          </a:p>
          <a:p>
            <a:pPr marL="635000" lvl="1" indent="-228600">
              <a:spcBef>
                <a:spcPct val="0"/>
              </a:spcBef>
              <a:buFontTx/>
              <a:buChar char="•"/>
            </a:pPr>
            <a:r>
              <a:rPr lang="en-US" altLang="en-US" sz="900" dirty="0"/>
              <a:t>Use sufficient detail to answer common questions</a:t>
            </a:r>
          </a:p>
          <a:p>
            <a:pPr marL="635000" lvl="1" indent="-228600">
              <a:spcBef>
                <a:spcPct val="0"/>
              </a:spcBef>
              <a:buFontTx/>
              <a:buChar char="•"/>
            </a:pPr>
            <a:r>
              <a:rPr lang="en-GB" altLang="en-US" sz="900" dirty="0" err="1"/>
              <a:t>Mostre</a:t>
            </a:r>
            <a:r>
              <a:rPr lang="en-GB" altLang="en-US" sz="900" dirty="0"/>
              <a:t> </a:t>
            </a:r>
            <a:r>
              <a:rPr lang="en-GB" altLang="en-US" sz="900" dirty="0" err="1"/>
              <a:t>os</a:t>
            </a:r>
            <a:r>
              <a:rPr lang="en-GB" altLang="en-US" sz="900" dirty="0"/>
              <a:t> </a:t>
            </a:r>
            <a:r>
              <a:rPr lang="en-GB" altLang="en-US" sz="900" dirty="0" err="1"/>
              <a:t>resultados</a:t>
            </a:r>
            <a:r>
              <a:rPr lang="en-GB" altLang="en-US" sz="900" dirty="0"/>
              <a:t> de </a:t>
            </a:r>
            <a:r>
              <a:rPr lang="en-GB" altLang="en-US" sz="900" dirty="0" err="1"/>
              <a:t>economia</a:t>
            </a:r>
            <a:r>
              <a:rPr lang="en-GB" altLang="en-US" sz="900" dirty="0"/>
              <a:t> </a:t>
            </a:r>
            <a:r>
              <a:rPr lang="en-GB" altLang="en-US" sz="900" dirty="0" err="1"/>
              <a:t>financeira</a:t>
            </a:r>
            <a:r>
              <a:rPr lang="en-GB" altLang="en-US" sz="900" dirty="0"/>
              <a:t> (cost out </a:t>
            </a:r>
            <a:r>
              <a:rPr lang="en-GB" altLang="en-US" sz="900" dirty="0" err="1"/>
              <a:t>ou</a:t>
            </a:r>
            <a:r>
              <a:rPr lang="en-GB" altLang="en-US" sz="900" dirty="0"/>
              <a:t> cost avoidance) </a:t>
            </a:r>
            <a:r>
              <a:rPr lang="en-GB" altLang="en-US" sz="900" dirty="0" err="1"/>
              <a:t>ou</a:t>
            </a:r>
            <a:r>
              <a:rPr lang="en-GB" altLang="en-US" sz="900" dirty="0"/>
              <a:t> </a:t>
            </a:r>
            <a:r>
              <a:rPr lang="en-GB" altLang="en-US" sz="900" dirty="0" err="1"/>
              <a:t>aumento</a:t>
            </a:r>
            <a:r>
              <a:rPr lang="en-GB" altLang="en-US" sz="900" dirty="0"/>
              <a:t> de </a:t>
            </a:r>
            <a:r>
              <a:rPr lang="en-GB" altLang="en-US" sz="900" dirty="0" err="1"/>
              <a:t>faturamento</a:t>
            </a:r>
            <a:r>
              <a:rPr lang="en-GB" altLang="en-US" sz="900" dirty="0"/>
              <a:t>, etc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defTabSz="9620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20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0FA00137-79CC-4AB4-ACEB-9F85D950820F}" type="slidenum">
              <a:rPr lang="en-US" altLang="en-US" sz="1000" smtClean="0"/>
              <a:pPr algn="r">
                <a:spcBef>
                  <a:spcPct val="0"/>
                </a:spcBef>
              </a:pPr>
              <a:t>18</a:t>
            </a:fld>
            <a:endParaRPr lang="en-US" altLang="en-US" sz="10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3863" y="709613"/>
            <a:ext cx="6164262" cy="3468687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35000" lvl="1" indent="-228600">
              <a:spcBef>
                <a:spcPct val="0"/>
              </a:spcBef>
              <a:buFontTx/>
              <a:buChar char="•"/>
            </a:pPr>
            <a:endParaRPr lang="en-GB" altLang="en-US" sz="9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_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4903566" y="6538913"/>
            <a:ext cx="1943160" cy="224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Tx/>
              <a:buChar char="©"/>
              <a:defRPr/>
            </a:pPr>
            <a:r>
              <a:rPr lang="en-US" sz="862" dirty="0"/>
              <a:t> 2022 Eaton. All Rights Reserved.</a:t>
            </a:r>
            <a:r>
              <a:rPr lang="en-US" sz="862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508164" y="2697681"/>
            <a:ext cx="11683837" cy="319639"/>
          </a:xfrm>
          <a:prstGeom prst="rect">
            <a:avLst/>
          </a:prstGeom>
          <a:noFill/>
          <a:ln w="3175" algn="ctr">
            <a:solidFill>
              <a:srgbClr val="B2B2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477"/>
          </a:p>
        </p:txBody>
      </p:sp>
      <p:pic>
        <p:nvPicPr>
          <p:cNvPr id="5" name="Picture 13" descr="Eaton - whit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694" y="5970588"/>
            <a:ext cx="2538861" cy="88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608667" y="152400"/>
            <a:ext cx="10566400" cy="990600"/>
          </a:xfrm>
        </p:spPr>
        <p:txBody>
          <a:bodyPr anchor="ctr"/>
          <a:lstStyle>
            <a:lvl1pPr>
              <a:defRPr sz="3447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90235523"/>
      </p:ext>
    </p:extLst>
  </p:cSld>
  <p:clrMapOvr>
    <a:masterClrMapping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_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4903567" y="6538913"/>
            <a:ext cx="1943160" cy="224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Tx/>
              <a:buChar char="©"/>
              <a:defRPr/>
            </a:pPr>
            <a:r>
              <a:rPr lang="en-US" sz="862" dirty="0"/>
              <a:t> 2022 Eaton. All Rights Reserved.</a:t>
            </a:r>
            <a:r>
              <a:rPr lang="en-US" sz="862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508164" y="1440381"/>
            <a:ext cx="11683837" cy="319639"/>
          </a:xfrm>
          <a:prstGeom prst="rect">
            <a:avLst/>
          </a:prstGeom>
          <a:noFill/>
          <a:ln w="3175" algn="ctr">
            <a:solidFill>
              <a:srgbClr val="B2B2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477"/>
          </a:p>
        </p:txBody>
      </p:sp>
      <p:pic>
        <p:nvPicPr>
          <p:cNvPr id="6" name="Picture 13" descr="Eaton - whit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694" y="5970588"/>
            <a:ext cx="2538861" cy="88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117600" y="3200400"/>
            <a:ext cx="10566400" cy="1143000"/>
          </a:xfrm>
        </p:spPr>
        <p:txBody>
          <a:bodyPr anchor="ctr"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17601" y="4783138"/>
            <a:ext cx="8032751" cy="1027112"/>
          </a:xfrm>
        </p:spPr>
        <p:txBody>
          <a:bodyPr/>
          <a:lstStyle>
            <a:lvl1pPr marL="0" indent="0">
              <a:buFontTx/>
              <a:buNone/>
              <a:defRPr sz="1970">
                <a:solidFill>
                  <a:srgbClr val="0067C6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67151615"/>
      </p:ext>
    </p:extLst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pactfu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/>
          <p:cNvSpPr txBox="1">
            <a:spLocks noChangeArrowheads="1"/>
          </p:cNvSpPr>
          <p:nvPr/>
        </p:nvSpPr>
        <p:spPr bwMode="auto">
          <a:xfrm>
            <a:off x="4903567" y="6538913"/>
            <a:ext cx="1943160" cy="224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Tx/>
              <a:buChar char="©"/>
              <a:defRPr/>
            </a:pPr>
            <a:r>
              <a:rPr lang="en-US" sz="862" dirty="0"/>
              <a:t> 2022 Eaton. All Rights Reserved.</a:t>
            </a:r>
            <a:r>
              <a:rPr lang="en-US" sz="862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508164" y="0"/>
            <a:ext cx="11683837" cy="57150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/>
        </p:spPr>
        <p:txBody>
          <a:bodyPr/>
          <a:lstStyle/>
          <a:p>
            <a:pPr algn="l">
              <a:lnSpc>
                <a:spcPct val="110000"/>
              </a:lnSpc>
              <a:spcBef>
                <a:spcPct val="20000"/>
              </a:spcBef>
              <a:buClr>
                <a:srgbClr val="3367CD"/>
              </a:buClr>
              <a:defRPr/>
            </a:pPr>
            <a:endParaRPr lang="en-US" sz="1970">
              <a:latin typeface="Arial" charset="0"/>
            </a:endParaRPr>
          </a:p>
        </p:txBody>
      </p:sp>
      <p:pic>
        <p:nvPicPr>
          <p:cNvPr id="4" name="Picture 13" descr="Eaton - whit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089"/>
          <a:stretch>
            <a:fillRect/>
          </a:stretch>
        </p:blipFill>
        <p:spPr bwMode="auto">
          <a:xfrm>
            <a:off x="1016326" y="6324600"/>
            <a:ext cx="164371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8941713" y="6553200"/>
            <a:ext cx="2843757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defRPr/>
            </a:pPr>
            <a:fld id="{5AB63C67-99EF-4072-86D3-E06A91C62151}" type="slidenum">
              <a:rPr lang="en-US" altLang="en-US" sz="1108" smtClean="0">
                <a:solidFill>
                  <a:srgbClr val="0C86F4"/>
                </a:solidFill>
              </a:rPr>
              <a:pPr algn="r" eaLnBrk="1" hangingPunct="1">
                <a:defRPr/>
              </a:pPr>
              <a:t>‹#›</a:t>
            </a:fld>
            <a:endParaRPr lang="en-US" altLang="en-US" sz="1108">
              <a:solidFill>
                <a:srgbClr val="0C86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333820"/>
      </p:ext>
    </p:extLst>
  </p:cSld>
  <p:clrMapOvr>
    <a:masterClrMapping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798225"/>
      </p:ext>
    </p:extLst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9718" y="1552576"/>
            <a:ext cx="5179483" cy="4695825"/>
          </a:xfrm>
        </p:spPr>
        <p:txBody>
          <a:bodyPr/>
          <a:lstStyle>
            <a:lvl1pPr>
              <a:defRPr sz="3447"/>
            </a:lvl1pPr>
            <a:lvl2pPr>
              <a:defRPr sz="2955"/>
            </a:lvl2pPr>
            <a:lvl3pPr>
              <a:defRPr sz="2462"/>
            </a:lvl3pPr>
            <a:lvl4pPr>
              <a:defRPr sz="2216"/>
            </a:lvl4pPr>
            <a:lvl5pPr>
              <a:defRPr sz="2216"/>
            </a:lvl5pPr>
            <a:lvl6pPr>
              <a:defRPr sz="2216"/>
            </a:lvl6pPr>
            <a:lvl7pPr>
              <a:defRPr sz="2216"/>
            </a:lvl7pPr>
            <a:lvl8pPr>
              <a:defRPr sz="2216"/>
            </a:lvl8pPr>
            <a:lvl9pPr>
              <a:defRPr sz="221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2400" y="1552576"/>
            <a:ext cx="5181600" cy="4695825"/>
          </a:xfrm>
        </p:spPr>
        <p:txBody>
          <a:bodyPr/>
          <a:lstStyle>
            <a:lvl1pPr>
              <a:defRPr sz="3447"/>
            </a:lvl1pPr>
            <a:lvl2pPr>
              <a:defRPr sz="2955"/>
            </a:lvl2pPr>
            <a:lvl3pPr>
              <a:defRPr sz="2462"/>
            </a:lvl3pPr>
            <a:lvl4pPr>
              <a:defRPr sz="2216"/>
            </a:lvl4pPr>
            <a:lvl5pPr>
              <a:defRPr sz="2216"/>
            </a:lvl5pPr>
            <a:lvl6pPr>
              <a:defRPr sz="2216"/>
            </a:lvl6pPr>
            <a:lvl7pPr>
              <a:defRPr sz="2216"/>
            </a:lvl7pPr>
            <a:lvl8pPr>
              <a:defRPr sz="2216"/>
            </a:lvl8pPr>
            <a:lvl9pPr>
              <a:defRPr sz="221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557352"/>
      </p:ext>
    </p:extLst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1466810"/>
      </p:ext>
    </p:extLst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9718" y="1552576"/>
            <a:ext cx="5585883" cy="4695825"/>
          </a:xfrm>
        </p:spPr>
        <p:txBody>
          <a:bodyPr/>
          <a:lstStyle>
            <a:lvl1pPr marL="562905" indent="-562905">
              <a:buFont typeface="Arial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6807200" y="1552575"/>
            <a:ext cx="4876800" cy="23622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1"/>
          </p:nvPr>
        </p:nvSpPr>
        <p:spPr>
          <a:xfrm>
            <a:off x="6807200" y="3962400"/>
            <a:ext cx="4876800" cy="2286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6686900"/>
      </p:ext>
    </p:extLst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1117600" y="2286000"/>
            <a:ext cx="10566400" cy="3581400"/>
          </a:xfrm>
        </p:spPr>
        <p:txBody>
          <a:bodyPr>
            <a:normAutofit/>
          </a:bodyPr>
          <a:lstStyle/>
          <a:p>
            <a:pPr lvl="0"/>
            <a:r>
              <a:rPr lang="en-US" noProof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1117600" y="1447800"/>
            <a:ext cx="10566400" cy="609600"/>
          </a:xfrm>
        </p:spPr>
        <p:txBody>
          <a:bodyPr/>
          <a:lstStyle>
            <a:lvl1pPr marL="0" indent="0">
              <a:buNone/>
              <a:defRPr sz="2955" b="1"/>
            </a:lvl1pPr>
            <a:lvl5pPr marL="225161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3288808"/>
      </p:ext>
    </p:extLst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77858396"/>
      </p:ext>
    </p:extLst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9468411"/>
      </p:ext>
    </p:extLst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/>
          <p:cNvSpPr txBox="1">
            <a:spLocks noChangeArrowheads="1"/>
          </p:cNvSpPr>
          <p:nvPr/>
        </p:nvSpPr>
        <p:spPr bwMode="auto">
          <a:xfrm>
            <a:off x="4903567" y="6538913"/>
            <a:ext cx="1943160" cy="224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Tx/>
              <a:buChar char="©"/>
              <a:defRPr/>
            </a:pPr>
            <a:r>
              <a:rPr lang="en-US" sz="862" dirty="0"/>
              <a:t> 2022 Eaton. All Rights Reserved.</a:t>
            </a:r>
            <a:r>
              <a:rPr lang="en-US" sz="862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508164" y="0"/>
            <a:ext cx="11683837" cy="57150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/>
          <a:p>
            <a:pPr algn="l">
              <a:lnSpc>
                <a:spcPct val="110000"/>
              </a:lnSpc>
              <a:spcBef>
                <a:spcPct val="20000"/>
              </a:spcBef>
              <a:buClr>
                <a:srgbClr val="3367CD"/>
              </a:buClr>
              <a:defRPr/>
            </a:pPr>
            <a:endParaRPr lang="en-US" sz="1970">
              <a:latin typeface="Arial" charset="0"/>
            </a:endParaRPr>
          </a:p>
        </p:txBody>
      </p:sp>
      <p:pic>
        <p:nvPicPr>
          <p:cNvPr id="4" name="Picture 13" descr="Eaton - whit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7089"/>
          <a:stretch>
            <a:fillRect/>
          </a:stretch>
        </p:blipFill>
        <p:spPr bwMode="auto">
          <a:xfrm>
            <a:off x="1016326" y="6324600"/>
            <a:ext cx="164371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8941713" y="6553200"/>
            <a:ext cx="2843757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defRPr/>
            </a:pPr>
            <a:fld id="{53FAA2BD-6ACE-45ED-8411-9171248C20AE}" type="slidenum">
              <a:rPr lang="en-US" altLang="en-US" sz="1108" smtClean="0">
                <a:solidFill>
                  <a:srgbClr val="0C86F4"/>
                </a:solidFill>
              </a:rPr>
              <a:pPr algn="r" eaLnBrk="1" hangingPunct="1">
                <a:defRPr/>
              </a:pPr>
              <a:t>‹#›</a:t>
            </a:fld>
            <a:endParaRPr lang="en-US" altLang="en-US" sz="1108">
              <a:solidFill>
                <a:srgbClr val="0C86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361792"/>
      </p:ext>
    </p:extLst>
  </p:cSld>
  <p:clrMapOvr>
    <a:masterClrMapping/>
  </p:clrMapOvr>
  <p:transition spd="med">
    <p:wipe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489" y="160338"/>
            <a:ext cx="8939758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06531" y="1524000"/>
            <a:ext cx="11378939" cy="4419600"/>
          </a:xfrm>
        </p:spPr>
        <p:txBody>
          <a:bodyPr>
            <a:norm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5477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19914" y="1552576"/>
            <a:ext cx="10563924" cy="469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117959" y="1"/>
            <a:ext cx="10565879" cy="109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title</a:t>
            </a:r>
          </a:p>
        </p:txBody>
      </p:sp>
      <p:sp>
        <p:nvSpPr>
          <p:cNvPr id="1028" name="Rectangle 35"/>
          <p:cNvSpPr>
            <a:spLocks noChangeArrowheads="1"/>
          </p:cNvSpPr>
          <p:nvPr/>
        </p:nvSpPr>
        <p:spPr bwMode="auto">
          <a:xfrm>
            <a:off x="7964476" y="6343650"/>
            <a:ext cx="1422856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defRPr/>
            </a:pPr>
            <a:fld id="{AEDD242F-5374-47DB-81E0-D7866BA5A323}" type="slidenum">
              <a:rPr lang="en-US" altLang="en-US" sz="1108" smtClean="0">
                <a:solidFill>
                  <a:srgbClr val="0C86F4"/>
                </a:solidFill>
              </a:rPr>
              <a:pPr algn="r" eaLnBrk="1" hangingPunct="1">
                <a:defRPr/>
              </a:pPr>
              <a:t>‹#›</a:t>
            </a:fld>
            <a:endParaRPr lang="en-US" altLang="en-US" sz="1108">
              <a:solidFill>
                <a:srgbClr val="0C86F4"/>
              </a:solidFill>
            </a:endParaRPr>
          </a:p>
        </p:txBody>
      </p:sp>
      <p:sp>
        <p:nvSpPr>
          <p:cNvPr id="1030" name="Text Box 36"/>
          <p:cNvSpPr txBox="1">
            <a:spLocks noChangeArrowheads="1"/>
          </p:cNvSpPr>
          <p:nvPr/>
        </p:nvSpPr>
        <p:spPr bwMode="auto">
          <a:xfrm>
            <a:off x="4903567" y="6538913"/>
            <a:ext cx="1943160" cy="224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Tx/>
              <a:buChar char="©"/>
              <a:defRPr/>
            </a:pPr>
            <a:r>
              <a:rPr lang="en-US" sz="862" dirty="0"/>
              <a:t> 2022 Eaton. All Rights Reserved.</a:t>
            </a:r>
            <a:r>
              <a:rPr lang="en-US" sz="862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2" name="Picture 39" descr="Eaton - white background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86"/>
          <a:stretch>
            <a:fillRect/>
          </a:stretch>
        </p:blipFill>
        <p:spPr bwMode="auto">
          <a:xfrm>
            <a:off x="1016326" y="6305550"/>
            <a:ext cx="1626121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Chevron 9"/>
          <p:cNvSpPr>
            <a:spLocks noChangeArrowheads="1"/>
          </p:cNvSpPr>
          <p:nvPr userDrawn="1"/>
        </p:nvSpPr>
        <p:spPr bwMode="auto">
          <a:xfrm>
            <a:off x="101633" y="401638"/>
            <a:ext cx="498391" cy="595312"/>
          </a:xfrm>
          <a:prstGeom prst="chevron">
            <a:avLst>
              <a:gd name="adj" fmla="val 50000"/>
            </a:avLst>
          </a:prstGeom>
          <a:solidFill>
            <a:srgbClr val="FFFF00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477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3" r:id="rId10"/>
    <p:sldLayoutId id="2147483754" r:id="rId11"/>
    <p:sldLayoutId id="2147483749" r:id="rId12"/>
  </p:sldLayoutIdLst>
  <p:transition spd="med">
    <p:wipe dir="d"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940">
          <a:solidFill>
            <a:srgbClr val="0067C6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940">
          <a:solidFill>
            <a:srgbClr val="0067C6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940">
          <a:solidFill>
            <a:srgbClr val="0067C6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940">
          <a:solidFill>
            <a:srgbClr val="0067C6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940">
          <a:solidFill>
            <a:srgbClr val="0067C6"/>
          </a:solidFill>
          <a:latin typeface="Arial" charset="0"/>
        </a:defRPr>
      </a:lvl5pPr>
      <a:lvl6pPr marL="56290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940">
          <a:solidFill>
            <a:srgbClr val="0067C6"/>
          </a:solidFill>
          <a:latin typeface="Arial" charset="0"/>
        </a:defRPr>
      </a:lvl6pPr>
      <a:lvl7pPr marL="112580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940">
          <a:solidFill>
            <a:srgbClr val="0067C6"/>
          </a:solidFill>
          <a:latin typeface="Arial" charset="0"/>
        </a:defRPr>
      </a:lvl7pPr>
      <a:lvl8pPr marL="168871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940">
          <a:solidFill>
            <a:srgbClr val="0067C6"/>
          </a:solidFill>
          <a:latin typeface="Arial" charset="0"/>
        </a:defRPr>
      </a:lvl8pPr>
      <a:lvl9pPr marL="225161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940">
          <a:solidFill>
            <a:srgbClr val="0067C6"/>
          </a:solidFill>
          <a:latin typeface="Arial" charset="0"/>
        </a:defRPr>
      </a:lvl9pPr>
    </p:titleStyle>
    <p:bodyStyle>
      <a:lvl1pPr marL="422178" indent="-422178" algn="l" rtl="0" eaLnBrk="0" fontAlgn="base" hangingPunct="0">
        <a:lnSpc>
          <a:spcPct val="110000"/>
        </a:lnSpc>
        <a:spcBef>
          <a:spcPts val="1477"/>
        </a:spcBef>
        <a:spcAft>
          <a:spcPct val="0"/>
        </a:spcAft>
        <a:buClr>
          <a:srgbClr val="0067C6"/>
        </a:buClr>
        <a:buChar char="•"/>
        <a:defRPr sz="3447">
          <a:solidFill>
            <a:srgbClr val="292929"/>
          </a:solidFill>
          <a:latin typeface="+mn-lt"/>
          <a:ea typeface="+mn-ea"/>
          <a:cs typeface="+mn-cs"/>
        </a:defRPr>
      </a:lvl1pPr>
      <a:lvl2pPr marL="914720" indent="-351815" algn="l" rtl="0" eaLnBrk="0" fontAlgn="base" hangingPunct="0">
        <a:lnSpc>
          <a:spcPct val="110000"/>
        </a:lnSpc>
        <a:spcBef>
          <a:spcPts val="1477"/>
        </a:spcBef>
        <a:spcAft>
          <a:spcPct val="0"/>
        </a:spcAft>
        <a:buClr>
          <a:srgbClr val="0067C6"/>
        </a:buClr>
        <a:buChar char="•"/>
        <a:defRPr sz="2955">
          <a:solidFill>
            <a:srgbClr val="292929"/>
          </a:solidFill>
          <a:latin typeface="+mn-lt"/>
        </a:defRPr>
      </a:lvl2pPr>
      <a:lvl3pPr marL="1407262" indent="-281452" algn="l" rtl="0" eaLnBrk="0" fontAlgn="base" hangingPunct="0">
        <a:lnSpc>
          <a:spcPct val="110000"/>
        </a:lnSpc>
        <a:spcBef>
          <a:spcPts val="1477"/>
        </a:spcBef>
        <a:spcAft>
          <a:spcPct val="0"/>
        </a:spcAft>
        <a:buClr>
          <a:srgbClr val="0067C6"/>
        </a:buClr>
        <a:buChar char="•"/>
        <a:defRPr sz="2462">
          <a:solidFill>
            <a:srgbClr val="292929"/>
          </a:solidFill>
          <a:latin typeface="+mn-lt"/>
        </a:defRPr>
      </a:lvl3pPr>
      <a:lvl4pPr marL="1970166" indent="-281452" algn="l" rtl="0" eaLnBrk="0" fontAlgn="base" hangingPunct="0">
        <a:spcBef>
          <a:spcPts val="1477"/>
        </a:spcBef>
        <a:spcAft>
          <a:spcPct val="0"/>
        </a:spcAft>
        <a:buClr>
          <a:srgbClr val="0067C6"/>
        </a:buClr>
        <a:buChar char="•"/>
        <a:defRPr sz="2462">
          <a:solidFill>
            <a:srgbClr val="292929"/>
          </a:solidFill>
          <a:latin typeface="+mn-lt"/>
        </a:defRPr>
      </a:lvl4pPr>
      <a:lvl5pPr marL="2533071" indent="-281452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SzPct val="65000"/>
        <a:buFont typeface="Monotype Sorts"/>
        <a:buChar char="l"/>
        <a:defRPr sz="2462">
          <a:solidFill>
            <a:schemeClr val="bg1"/>
          </a:solidFill>
          <a:latin typeface="+mn-lt"/>
        </a:defRPr>
      </a:lvl5pPr>
      <a:lvl6pPr marL="3095976" indent="-281452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SzPct val="65000"/>
        <a:buFont typeface="Monotype Sorts" pitchFamily="2" charset="2"/>
        <a:buChar char="l"/>
        <a:defRPr sz="2462">
          <a:solidFill>
            <a:schemeClr val="bg1"/>
          </a:solidFill>
          <a:latin typeface="+mn-lt"/>
        </a:defRPr>
      </a:lvl6pPr>
      <a:lvl7pPr marL="3658880" indent="-281452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SzPct val="65000"/>
        <a:buFont typeface="Monotype Sorts" pitchFamily="2" charset="2"/>
        <a:buChar char="l"/>
        <a:defRPr sz="2462">
          <a:solidFill>
            <a:schemeClr val="bg1"/>
          </a:solidFill>
          <a:latin typeface="+mn-lt"/>
        </a:defRPr>
      </a:lvl7pPr>
      <a:lvl8pPr marL="4221785" indent="-281452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SzPct val="65000"/>
        <a:buFont typeface="Monotype Sorts" pitchFamily="2" charset="2"/>
        <a:buChar char="l"/>
        <a:defRPr sz="2462">
          <a:solidFill>
            <a:schemeClr val="bg1"/>
          </a:solidFill>
          <a:latin typeface="+mn-lt"/>
        </a:defRPr>
      </a:lvl8pPr>
      <a:lvl9pPr marL="4784689" indent="-281452" algn="l" rtl="0" eaLnBrk="1" fontAlgn="base" hangingPunct="1">
        <a:spcBef>
          <a:spcPct val="20000"/>
        </a:spcBef>
        <a:spcAft>
          <a:spcPct val="0"/>
        </a:spcAft>
        <a:buClr>
          <a:srgbClr val="FFFF00"/>
        </a:buClr>
        <a:buSzPct val="65000"/>
        <a:buFont typeface="Monotype Sorts" pitchFamily="2" charset="2"/>
        <a:buChar char="l"/>
        <a:defRPr sz="2462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1125809" rtl="0" eaLnBrk="1" latinLnBrk="0" hangingPunct="1">
        <a:defRPr sz="2216" kern="1200">
          <a:solidFill>
            <a:schemeClr val="tx1"/>
          </a:solidFill>
          <a:latin typeface="+mn-lt"/>
          <a:ea typeface="+mn-ea"/>
          <a:cs typeface="+mn-cs"/>
        </a:defRPr>
      </a:lvl1pPr>
      <a:lvl2pPr marL="562905" algn="l" defTabSz="1125809" rtl="0" eaLnBrk="1" latinLnBrk="0" hangingPunct="1">
        <a:defRPr sz="2216" kern="1200">
          <a:solidFill>
            <a:schemeClr val="tx1"/>
          </a:solidFill>
          <a:latin typeface="+mn-lt"/>
          <a:ea typeface="+mn-ea"/>
          <a:cs typeface="+mn-cs"/>
        </a:defRPr>
      </a:lvl2pPr>
      <a:lvl3pPr marL="1125809" algn="l" defTabSz="1125809" rtl="0" eaLnBrk="1" latinLnBrk="0" hangingPunct="1">
        <a:defRPr sz="2216" kern="1200">
          <a:solidFill>
            <a:schemeClr val="tx1"/>
          </a:solidFill>
          <a:latin typeface="+mn-lt"/>
          <a:ea typeface="+mn-ea"/>
          <a:cs typeface="+mn-cs"/>
        </a:defRPr>
      </a:lvl3pPr>
      <a:lvl4pPr marL="1688714" algn="l" defTabSz="1125809" rtl="0" eaLnBrk="1" latinLnBrk="0" hangingPunct="1">
        <a:defRPr sz="2216" kern="1200">
          <a:solidFill>
            <a:schemeClr val="tx1"/>
          </a:solidFill>
          <a:latin typeface="+mn-lt"/>
          <a:ea typeface="+mn-ea"/>
          <a:cs typeface="+mn-cs"/>
        </a:defRPr>
      </a:lvl4pPr>
      <a:lvl5pPr marL="2251619" algn="l" defTabSz="1125809" rtl="0" eaLnBrk="1" latinLnBrk="0" hangingPunct="1">
        <a:defRPr sz="2216" kern="1200">
          <a:solidFill>
            <a:schemeClr val="tx1"/>
          </a:solidFill>
          <a:latin typeface="+mn-lt"/>
          <a:ea typeface="+mn-ea"/>
          <a:cs typeface="+mn-cs"/>
        </a:defRPr>
      </a:lvl5pPr>
      <a:lvl6pPr marL="2814523" algn="l" defTabSz="1125809" rtl="0" eaLnBrk="1" latinLnBrk="0" hangingPunct="1">
        <a:defRPr sz="2216" kern="1200">
          <a:solidFill>
            <a:schemeClr val="tx1"/>
          </a:solidFill>
          <a:latin typeface="+mn-lt"/>
          <a:ea typeface="+mn-ea"/>
          <a:cs typeface="+mn-cs"/>
        </a:defRPr>
      </a:lvl6pPr>
      <a:lvl7pPr marL="3377428" algn="l" defTabSz="1125809" rtl="0" eaLnBrk="1" latinLnBrk="0" hangingPunct="1">
        <a:defRPr sz="2216" kern="1200">
          <a:solidFill>
            <a:schemeClr val="tx1"/>
          </a:solidFill>
          <a:latin typeface="+mn-lt"/>
          <a:ea typeface="+mn-ea"/>
          <a:cs typeface="+mn-cs"/>
        </a:defRPr>
      </a:lvl7pPr>
      <a:lvl8pPr marL="3940332" algn="l" defTabSz="1125809" rtl="0" eaLnBrk="1" latinLnBrk="0" hangingPunct="1">
        <a:defRPr sz="2216" kern="1200">
          <a:solidFill>
            <a:schemeClr val="tx1"/>
          </a:solidFill>
          <a:latin typeface="+mn-lt"/>
          <a:ea typeface="+mn-ea"/>
          <a:cs typeface="+mn-cs"/>
        </a:defRPr>
      </a:lvl8pPr>
      <a:lvl9pPr marL="4503237" algn="l" defTabSz="1125809" rtl="0" eaLnBrk="1" latinLnBrk="0" hangingPunct="1">
        <a:defRPr sz="22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5.png"/><Relationship Id="rId7" Type="http://schemas.openxmlformats.org/officeDocument/2006/relationships/diagramData" Target="../diagrams/data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11" Type="http://schemas.microsoft.com/office/2007/relationships/diagramDrawing" Target="../diagrams/drawing1.xml"/><Relationship Id="rId5" Type="http://schemas.openxmlformats.org/officeDocument/2006/relationships/image" Target="../media/image7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6.png"/><Relationship Id="rId9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forms.office.com/r/T0SL296Fat" TargetMode="Externa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>
            <a:extLst>
              <a:ext uri="{FF2B5EF4-FFF2-40B4-BE49-F238E27FC236}">
                <a16:creationId xmlns:a16="http://schemas.microsoft.com/office/drawing/2014/main" id="{0872EF5B-EF6D-45D1-8C91-B812E09DEE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829"/>
          <a:stretch>
            <a:fillRect/>
          </a:stretch>
        </p:blipFill>
        <p:spPr bwMode="auto">
          <a:xfrm>
            <a:off x="0" y="1143000"/>
            <a:ext cx="12192000" cy="3359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0" name="Text Box 3"/>
          <p:cNvSpPr txBox="1">
            <a:spLocks noChangeArrowheads="1"/>
          </p:cNvSpPr>
          <p:nvPr/>
        </p:nvSpPr>
        <p:spPr bwMode="auto">
          <a:xfrm>
            <a:off x="139540" y="4498401"/>
            <a:ext cx="917071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lnSpc>
                <a:spcPct val="110000"/>
              </a:lnSpc>
              <a:spcBef>
                <a:spcPts val="1200"/>
              </a:spcBef>
              <a:buClr>
                <a:srgbClr val="0067C6"/>
              </a:buClr>
              <a:buChar char="•"/>
              <a:defRPr sz="2800">
                <a:solidFill>
                  <a:srgbClr val="292929"/>
                </a:solidFill>
                <a:latin typeface="Arial" pitchFamily="34" charset="0"/>
              </a:defRPr>
            </a:lvl1pPr>
            <a:lvl2pPr marL="742950" indent="-285750" algn="l" eaLnBrk="0" hangingPunct="0">
              <a:lnSpc>
                <a:spcPct val="110000"/>
              </a:lnSpc>
              <a:spcBef>
                <a:spcPts val="1200"/>
              </a:spcBef>
              <a:buClr>
                <a:srgbClr val="0067C6"/>
              </a:buClr>
              <a:buChar char="•"/>
              <a:defRPr sz="2400">
                <a:solidFill>
                  <a:srgbClr val="292929"/>
                </a:solidFill>
                <a:latin typeface="Arial" pitchFamily="34" charset="0"/>
              </a:defRPr>
            </a:lvl2pPr>
            <a:lvl3pPr marL="1143000" indent="-228600" algn="l" eaLnBrk="0" hangingPunct="0">
              <a:lnSpc>
                <a:spcPct val="110000"/>
              </a:lnSpc>
              <a:spcBef>
                <a:spcPts val="1200"/>
              </a:spcBef>
              <a:buClr>
                <a:srgbClr val="0067C6"/>
              </a:buClr>
              <a:buChar char="•"/>
              <a:defRPr sz="2000">
                <a:solidFill>
                  <a:srgbClr val="292929"/>
                </a:solidFill>
                <a:latin typeface="Arial" pitchFamily="34" charset="0"/>
              </a:defRPr>
            </a:lvl3pPr>
            <a:lvl4pPr marL="1600200" indent="-228600" algn="l" eaLnBrk="0" hangingPunct="0">
              <a:spcBef>
                <a:spcPts val="1200"/>
              </a:spcBef>
              <a:buClr>
                <a:srgbClr val="0067C6"/>
              </a:buClr>
              <a:buChar char="•"/>
              <a:defRPr sz="2000">
                <a:solidFill>
                  <a:srgbClr val="292929"/>
                </a:solidFill>
                <a:latin typeface="Arial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rgbClr val="FFFF00"/>
              </a:buClr>
              <a:buSzPct val="65000"/>
              <a:buFont typeface="Monotype Sorts"/>
              <a:buChar char="l"/>
              <a:defRPr sz="2000">
                <a:solidFill>
                  <a:schemeClr val="bg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65000"/>
              <a:buFont typeface="Monotype Sorts"/>
              <a:buChar char="l"/>
              <a:defRPr sz="2000">
                <a:solidFill>
                  <a:schemeClr val="bg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65000"/>
              <a:buFont typeface="Monotype Sorts"/>
              <a:buChar char="l"/>
              <a:defRPr sz="2000">
                <a:solidFill>
                  <a:schemeClr val="bg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65000"/>
              <a:buFont typeface="Monotype Sorts"/>
              <a:buChar char="l"/>
              <a:defRPr sz="2000">
                <a:solidFill>
                  <a:schemeClr val="bg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65000"/>
              <a:buFont typeface="Monotype Sorts"/>
              <a:buChar char="l"/>
              <a:defRPr sz="2000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3200" dirty="0">
                <a:solidFill>
                  <a:srgbClr val="0067C6"/>
                </a:solidFill>
                <a:latin typeface="+mj-lt"/>
                <a:ea typeface="+mj-ea"/>
                <a:cs typeface="+mj-cs"/>
              </a:rPr>
              <a:t>Six Sigma Yellow Belt Project Final Report</a:t>
            </a: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829802" y="5120750"/>
            <a:ext cx="4425591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defRPr/>
            </a:pPr>
            <a:r>
              <a:rPr lang="en-GB" sz="2000" dirty="0">
                <a:latin typeface="+mj-lt"/>
                <a:ea typeface="+mj-ea"/>
                <a:cs typeface="+mj-cs"/>
              </a:rPr>
              <a:t>Yellow Belt – Eduardo Apolinario</a:t>
            </a:r>
          </a:p>
          <a:p>
            <a:pPr algn="l" eaLnBrk="1" hangingPunct="1">
              <a:defRPr/>
            </a:pPr>
            <a:r>
              <a:rPr lang="en-GB" sz="2000" dirty="0">
                <a:latin typeface="+mj-lt"/>
                <a:ea typeface="+mj-ea"/>
                <a:cs typeface="+mj-cs"/>
              </a:rPr>
              <a:t>Champion</a:t>
            </a:r>
            <a:r>
              <a:rPr lang="en-GB" sz="2000" dirty="0"/>
              <a:t> </a:t>
            </a:r>
            <a:r>
              <a:rPr lang="en-GB" sz="2000"/>
              <a:t>– </a:t>
            </a:r>
            <a:endParaRPr lang="en-GB" sz="20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+mj-ea"/>
              <a:cs typeface="+mj-cs"/>
            </a:endParaRPr>
          </a:p>
          <a:p>
            <a:pPr algn="l" eaLnBrk="1" hangingPunct="1">
              <a:defRPr/>
            </a:pPr>
            <a:r>
              <a:rPr lang="en-GB" sz="2000" dirty="0">
                <a:latin typeface="+mj-lt"/>
                <a:ea typeface="+mj-ea"/>
                <a:cs typeface="+mj-cs"/>
              </a:rPr>
              <a:t>Mentor</a:t>
            </a:r>
            <a:r>
              <a:rPr lang="en-GB" sz="2000" dirty="0"/>
              <a:t> – </a:t>
            </a:r>
            <a:endParaRPr lang="en-GB" sz="2000" dirty="0">
              <a:solidFill>
                <a:srgbClr val="FF0000"/>
              </a:solidFill>
              <a:highlight>
                <a:srgbClr val="FFFF00"/>
              </a:highlight>
              <a:latin typeface="+mj-lt"/>
              <a:ea typeface="+mj-ea"/>
              <a:cs typeface="+mj-cs"/>
            </a:endParaRPr>
          </a:p>
        </p:txBody>
      </p:sp>
      <p:sp>
        <p:nvSpPr>
          <p:cNvPr id="7172" name="Text Box 5"/>
          <p:cNvSpPr txBox="1">
            <a:spLocks noChangeArrowheads="1"/>
          </p:cNvSpPr>
          <p:nvPr/>
        </p:nvSpPr>
        <p:spPr bwMode="auto">
          <a:xfrm>
            <a:off x="752600" y="164799"/>
            <a:ext cx="9206343" cy="8309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>
            <a:spAutoFit/>
          </a:bodyPr>
          <a:lstStyle>
            <a:lvl1pPr algn="l" eaLnBrk="0" hangingPunct="0">
              <a:lnSpc>
                <a:spcPct val="110000"/>
              </a:lnSpc>
              <a:spcBef>
                <a:spcPts val="1200"/>
              </a:spcBef>
              <a:buClr>
                <a:srgbClr val="0067C6"/>
              </a:buClr>
              <a:buChar char="•"/>
              <a:defRPr sz="2800">
                <a:solidFill>
                  <a:srgbClr val="292929"/>
                </a:solidFill>
                <a:latin typeface="Arial" pitchFamily="34" charset="0"/>
              </a:defRPr>
            </a:lvl1pPr>
            <a:lvl2pPr marL="742950" indent="-285750" algn="l" eaLnBrk="0" hangingPunct="0">
              <a:lnSpc>
                <a:spcPct val="110000"/>
              </a:lnSpc>
              <a:spcBef>
                <a:spcPts val="1200"/>
              </a:spcBef>
              <a:buClr>
                <a:srgbClr val="0067C6"/>
              </a:buClr>
              <a:buChar char="•"/>
              <a:defRPr sz="2400">
                <a:solidFill>
                  <a:srgbClr val="292929"/>
                </a:solidFill>
                <a:latin typeface="Arial" pitchFamily="34" charset="0"/>
              </a:defRPr>
            </a:lvl2pPr>
            <a:lvl3pPr marL="1143000" indent="-228600" algn="l" eaLnBrk="0" hangingPunct="0">
              <a:lnSpc>
                <a:spcPct val="110000"/>
              </a:lnSpc>
              <a:spcBef>
                <a:spcPts val="1200"/>
              </a:spcBef>
              <a:buClr>
                <a:srgbClr val="0067C6"/>
              </a:buClr>
              <a:buChar char="•"/>
              <a:defRPr sz="2000">
                <a:solidFill>
                  <a:srgbClr val="292929"/>
                </a:solidFill>
                <a:latin typeface="Arial" pitchFamily="34" charset="0"/>
              </a:defRPr>
            </a:lvl3pPr>
            <a:lvl4pPr marL="1600200" indent="-228600" algn="l" eaLnBrk="0" hangingPunct="0">
              <a:spcBef>
                <a:spcPts val="1200"/>
              </a:spcBef>
              <a:buClr>
                <a:srgbClr val="0067C6"/>
              </a:buClr>
              <a:buChar char="•"/>
              <a:defRPr sz="2000">
                <a:solidFill>
                  <a:srgbClr val="292929"/>
                </a:solidFill>
                <a:latin typeface="Arial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rgbClr val="FFFF00"/>
              </a:buClr>
              <a:buSzPct val="65000"/>
              <a:buFont typeface="Monotype Sorts"/>
              <a:buChar char="l"/>
              <a:defRPr sz="2000">
                <a:solidFill>
                  <a:schemeClr val="bg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65000"/>
              <a:buFont typeface="Monotype Sorts"/>
              <a:buChar char="l"/>
              <a:defRPr sz="2000">
                <a:solidFill>
                  <a:schemeClr val="bg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65000"/>
              <a:buFont typeface="Monotype Sorts"/>
              <a:buChar char="l"/>
              <a:defRPr sz="2000">
                <a:solidFill>
                  <a:schemeClr val="bg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65000"/>
              <a:buFont typeface="Monotype Sorts"/>
              <a:buChar char="l"/>
              <a:defRPr sz="2000">
                <a:solidFill>
                  <a:schemeClr val="bg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65000"/>
              <a:buFont typeface="Monotype Sorts"/>
              <a:buChar char="l"/>
              <a:defRPr sz="2000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pt-BR" altLang="en-US" sz="2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Redução de retrabalho no processo de expedição por meio da melhoria na geração e organização de documentos fiscais.</a:t>
            </a:r>
            <a:endParaRPr lang="en-US" altLang="en-US" sz="24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A37DAB-EB5F-49DE-9020-7979E3CCF35F}"/>
              </a:ext>
            </a:extLst>
          </p:cNvPr>
          <p:cNvSpPr txBox="1"/>
          <p:nvPr/>
        </p:nvSpPr>
        <p:spPr>
          <a:xfrm>
            <a:off x="6556430" y="5099968"/>
            <a:ext cx="528920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dirty="0"/>
              <a:t>Planta - Valinhos</a:t>
            </a:r>
          </a:p>
          <a:p>
            <a:pPr algn="l"/>
            <a:r>
              <a:rPr lang="pt-BR" sz="2000" dirty="0"/>
              <a:t>Date: </a:t>
            </a:r>
          </a:p>
          <a:p>
            <a:pPr algn="l"/>
            <a:r>
              <a:rPr lang="pt-BR" sz="2000" dirty="0"/>
              <a:t>GPS ID (Costverse number):</a:t>
            </a:r>
          </a:p>
        </p:txBody>
      </p:sp>
      <p:pic>
        <p:nvPicPr>
          <p:cNvPr id="17" name="Picture 2" descr="When should DMAIC be your go-to problem-solving tool?">
            <a:extLst>
              <a:ext uri="{FF2B5EF4-FFF2-40B4-BE49-F238E27FC236}">
                <a16:creationId xmlns:a16="http://schemas.microsoft.com/office/drawing/2014/main" id="{0C4B57BB-FEDF-4EA2-9BE2-E48B5CBA0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1543" y="112203"/>
            <a:ext cx="1351291" cy="126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MAIC - Wikiwand">
            <a:extLst>
              <a:ext uri="{FF2B5EF4-FFF2-40B4-BE49-F238E27FC236}">
                <a16:creationId xmlns:a16="http://schemas.microsoft.com/office/drawing/2014/main" id="{241AAECA-0786-48EB-8E1D-31D2A365F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2305" y="5945892"/>
            <a:ext cx="2400529" cy="642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94010" y="555077"/>
            <a:ext cx="8544991" cy="633249"/>
          </a:xfrm>
          <a:noFill/>
        </p:spPr>
        <p:txBody>
          <a:bodyPr/>
          <a:lstStyle/>
          <a:p>
            <a:pPr eaLnBrk="1" hangingPunct="1"/>
            <a:r>
              <a:rPr lang="en-US" altLang="en-US" sz="3200" kern="1200" dirty="0"/>
              <a:t>Project Charter</a:t>
            </a:r>
            <a:br>
              <a:rPr lang="en-US" altLang="en-US" sz="3200" kern="1200" dirty="0"/>
            </a:br>
            <a:endParaRPr lang="en-US" altLang="en-US" sz="3200" kern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1026" name="Picture 2" descr="When should DMAIC be your go-to problem-solving tool?">
            <a:extLst>
              <a:ext uri="{FF2B5EF4-FFF2-40B4-BE49-F238E27FC236}">
                <a16:creationId xmlns:a16="http://schemas.microsoft.com/office/drawing/2014/main" id="{78273361-84CE-4368-BE35-04A5D1D72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9039" y="277082"/>
            <a:ext cx="1351291" cy="126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62CD7B8-C3E6-484B-9FC9-E81BF19FB35A}"/>
              </a:ext>
            </a:extLst>
          </p:cNvPr>
          <p:cNvGrpSpPr/>
          <p:nvPr/>
        </p:nvGrpSpPr>
        <p:grpSpPr>
          <a:xfrm>
            <a:off x="9122317" y="5522653"/>
            <a:ext cx="2854895" cy="780270"/>
            <a:chOff x="9122317" y="5522653"/>
            <a:chExt cx="2854895" cy="780270"/>
          </a:xfrm>
        </p:grpSpPr>
        <p:pic>
          <p:nvPicPr>
            <p:cNvPr id="1028" name="Picture 4" descr="DMAIC - Wikiwand">
              <a:extLst>
                <a:ext uri="{FF2B5EF4-FFF2-40B4-BE49-F238E27FC236}">
                  <a16:creationId xmlns:a16="http://schemas.microsoft.com/office/drawing/2014/main" id="{9EE38198-9115-4603-9077-79C089C7965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82"/>
            <a:stretch/>
          </p:blipFill>
          <p:spPr bwMode="auto">
            <a:xfrm>
              <a:off x="9666514" y="5522653"/>
              <a:ext cx="2310698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DMAIC - Wikiwand">
              <a:extLst>
                <a:ext uri="{FF2B5EF4-FFF2-40B4-BE49-F238E27FC236}">
                  <a16:creationId xmlns:a16="http://schemas.microsoft.com/office/drawing/2014/main" id="{6D40AE86-F4FF-4D9A-8DC4-415EA994D3F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alphaModFix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-50000"/>
                      </a14:imgEffect>
                      <a14:imgEffect>
                        <a14:brightnessContrast bright="-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0941"/>
            <a:stretch/>
          </p:blipFill>
          <p:spPr bwMode="auto">
            <a:xfrm>
              <a:off x="9122317" y="5522653"/>
              <a:ext cx="555924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9DC28042-16EE-06C2-DD47-979A6C40D4B8}"/>
              </a:ext>
            </a:extLst>
          </p:cNvPr>
          <p:cNvSpPr/>
          <p:nvPr/>
        </p:nvSpPr>
        <p:spPr bwMode="auto">
          <a:xfrm>
            <a:off x="694010" y="3060834"/>
            <a:ext cx="7853224" cy="770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buSzTx/>
              <a:buFontTx/>
              <a:buNone/>
              <a:tabLst/>
            </a:pPr>
            <a:endParaRPr kumimoji="0" lang="pt-B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069D64-1BF1-3ACD-82BB-F75118C6D1DB}"/>
              </a:ext>
            </a:extLst>
          </p:cNvPr>
          <p:cNvSpPr/>
          <p:nvPr/>
        </p:nvSpPr>
        <p:spPr bwMode="auto">
          <a:xfrm>
            <a:off x="694010" y="1188326"/>
            <a:ext cx="3084358" cy="33589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PROBLEM STATEMENT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C5F7F0-CCB1-36AC-61CF-A3AA04F48628}"/>
              </a:ext>
            </a:extLst>
          </p:cNvPr>
          <p:cNvSpPr/>
          <p:nvPr/>
        </p:nvSpPr>
        <p:spPr bwMode="auto">
          <a:xfrm>
            <a:off x="694010" y="1647000"/>
            <a:ext cx="6578058" cy="45024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71450" marR="0" indent="-1714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pt-B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Retrabalho elevado no processo de impressão e separação de NFs devido à falta de ordenação automática dos documentos, resultando em aumento de tempo operacional.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8A59CB-4F2E-3809-868C-6398F05B455B}"/>
              </a:ext>
            </a:extLst>
          </p:cNvPr>
          <p:cNvSpPr/>
          <p:nvPr/>
        </p:nvSpPr>
        <p:spPr bwMode="auto">
          <a:xfrm>
            <a:off x="694010" y="2241559"/>
            <a:ext cx="3084358" cy="33589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FINANCIAL BENEFIT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986F03-3A27-6275-6899-8D31628AD979}"/>
              </a:ext>
            </a:extLst>
          </p:cNvPr>
          <p:cNvSpPr/>
          <p:nvPr/>
        </p:nvSpPr>
        <p:spPr bwMode="auto">
          <a:xfrm>
            <a:off x="694010" y="2708497"/>
            <a:ext cx="6578058" cy="45024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71450" marR="0" indent="-1714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pt-BR" sz="1050" dirty="0">
                <a:solidFill>
                  <a:schemeClr val="tx1"/>
                </a:solidFill>
                <a:latin typeface="Arial" charset="0"/>
              </a:rPr>
              <a:t>Redução de custos indiretos por meio da eliminação de retrabalho operacional e melhor aproveitamento da capacidade da equipe da expedição.</a:t>
            </a:r>
            <a:endParaRPr kumimoji="0" lang="pt-BR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B1982-73D6-DF4D-E386-E06883C4023A}"/>
              </a:ext>
            </a:extLst>
          </p:cNvPr>
          <p:cNvSpPr/>
          <p:nvPr/>
        </p:nvSpPr>
        <p:spPr bwMode="auto">
          <a:xfrm>
            <a:off x="694010" y="3308409"/>
            <a:ext cx="3084360" cy="33589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OBJECTIVE AND METRICS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0CB7D6-ED2B-1608-88F1-4BF42601905B}"/>
              </a:ext>
            </a:extLst>
          </p:cNvPr>
          <p:cNvSpPr/>
          <p:nvPr/>
        </p:nvSpPr>
        <p:spPr bwMode="auto">
          <a:xfrm>
            <a:off x="694010" y="3769994"/>
            <a:ext cx="6578058" cy="45024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71450" marR="0" indent="-1714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pt-BR" sz="1050" dirty="0">
                <a:solidFill>
                  <a:schemeClr val="tx1"/>
                </a:solidFill>
                <a:latin typeface="Arial" charset="0"/>
              </a:rPr>
              <a:t>Reduzir o tempo gasto na separação manual de NFs</a:t>
            </a:r>
          </a:p>
          <a:p>
            <a:pPr marL="171450" marR="0" indent="-1714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pt-BR" sz="1050" dirty="0">
                <a:solidFill>
                  <a:schemeClr val="tx1"/>
                </a:solidFill>
                <a:latin typeface="Arial" charset="0"/>
              </a:rPr>
              <a:t>Tempo de separação manual</a:t>
            </a:r>
          </a:p>
          <a:p>
            <a:pPr marR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buSzTx/>
              <a:tabLst/>
            </a:pPr>
            <a:endParaRPr kumimoji="0" lang="pt-BR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E91B5E-702E-1496-7672-92BD2EFC40C3}"/>
              </a:ext>
            </a:extLst>
          </p:cNvPr>
          <p:cNvSpPr/>
          <p:nvPr/>
        </p:nvSpPr>
        <p:spPr bwMode="auto">
          <a:xfrm>
            <a:off x="694009" y="4369292"/>
            <a:ext cx="3084359" cy="33589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OTHER BENEFITS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535423-8A64-F63D-1CD0-1A7F9AA6C68E}"/>
              </a:ext>
            </a:extLst>
          </p:cNvPr>
          <p:cNvSpPr/>
          <p:nvPr/>
        </p:nvSpPr>
        <p:spPr bwMode="auto">
          <a:xfrm>
            <a:off x="694010" y="4828612"/>
            <a:ext cx="6578058" cy="111081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71450" marR="0" indent="-1714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pt-BR" sz="1050" dirty="0">
                <a:solidFill>
                  <a:schemeClr val="tx1"/>
                </a:solidFill>
                <a:latin typeface="Arial" charset="0"/>
              </a:rPr>
              <a:t>Padronização do processo</a:t>
            </a:r>
          </a:p>
          <a:p>
            <a:pPr marL="171450" marR="0" indent="-1714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pt-B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Maior confiabi</a:t>
            </a:r>
            <a:r>
              <a:rPr lang="pt-BR" sz="1050" dirty="0">
                <a:solidFill>
                  <a:schemeClr val="tx1"/>
                </a:solidFill>
                <a:latin typeface="Arial" charset="0"/>
              </a:rPr>
              <a:t>lidade operacional</a:t>
            </a:r>
          </a:p>
          <a:p>
            <a:pPr marL="171450" marR="0" indent="-1714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pt-BR" sz="1050" dirty="0">
                <a:solidFill>
                  <a:schemeClr val="tx1"/>
                </a:solidFill>
                <a:latin typeface="Arial" charset="0"/>
              </a:rPr>
              <a:t>Redução do risco de erro</a:t>
            </a:r>
          </a:p>
          <a:p>
            <a:pPr marL="171450" marR="0" indent="-1714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pt-BR" sz="1050" dirty="0">
                <a:solidFill>
                  <a:schemeClr val="tx1"/>
                </a:solidFill>
                <a:latin typeface="Arial" charset="0"/>
              </a:rPr>
              <a:t>Melhoria do fluxo da expedição</a:t>
            </a:r>
          </a:p>
          <a:p>
            <a:pPr marL="171450" marR="0" indent="-1714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pt-BR" sz="1050" dirty="0">
                <a:solidFill>
                  <a:schemeClr val="tx1"/>
                </a:solidFill>
                <a:latin typeface="Arial" charset="0"/>
              </a:rPr>
              <a:t>Base para futuras automações</a:t>
            </a:r>
          </a:p>
          <a:p>
            <a:pPr marL="171450" marR="0" indent="-1714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pt-BR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 spd="med"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775333" y="374212"/>
            <a:ext cx="4462060" cy="664521"/>
          </a:xfrm>
          <a:noFill/>
        </p:spPr>
        <p:txBody>
          <a:bodyPr/>
          <a:lstStyle/>
          <a:p>
            <a:pPr eaLnBrk="1" hangingPunct="1"/>
            <a:r>
              <a:rPr lang="en-US" altLang="en-US" sz="3200" kern="1200" dirty="0"/>
              <a:t>Project Team</a:t>
            </a:r>
          </a:p>
        </p:txBody>
      </p:sp>
      <p:pic>
        <p:nvPicPr>
          <p:cNvPr id="11" name="Picture 2" descr="When should DMAIC be your go-to problem-solving tool?">
            <a:extLst>
              <a:ext uri="{FF2B5EF4-FFF2-40B4-BE49-F238E27FC236}">
                <a16:creationId xmlns:a16="http://schemas.microsoft.com/office/drawing/2014/main" id="{A7964420-7BA0-46C0-9E7E-A711140B2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9039" y="277082"/>
            <a:ext cx="1351291" cy="126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E3CB9AF-0DF2-4877-8E1D-8309D3512109}"/>
              </a:ext>
            </a:extLst>
          </p:cNvPr>
          <p:cNvGrpSpPr/>
          <p:nvPr/>
        </p:nvGrpSpPr>
        <p:grpSpPr>
          <a:xfrm>
            <a:off x="9122317" y="5522653"/>
            <a:ext cx="2854895" cy="780270"/>
            <a:chOff x="9122317" y="5522653"/>
            <a:chExt cx="2854895" cy="780270"/>
          </a:xfrm>
        </p:grpSpPr>
        <p:pic>
          <p:nvPicPr>
            <p:cNvPr id="13" name="Picture 4" descr="DMAIC - Wikiwand">
              <a:extLst>
                <a:ext uri="{FF2B5EF4-FFF2-40B4-BE49-F238E27FC236}">
                  <a16:creationId xmlns:a16="http://schemas.microsoft.com/office/drawing/2014/main" id="{2277C2E8-B63F-4EC4-9721-FCB378D0D8B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82"/>
            <a:stretch/>
          </p:blipFill>
          <p:spPr bwMode="auto">
            <a:xfrm>
              <a:off x="9666514" y="5522653"/>
              <a:ext cx="2310698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" descr="DMAIC - Wikiwand">
              <a:extLst>
                <a:ext uri="{FF2B5EF4-FFF2-40B4-BE49-F238E27FC236}">
                  <a16:creationId xmlns:a16="http://schemas.microsoft.com/office/drawing/2014/main" id="{30F64704-DFAE-4EED-8E18-9BD426E056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alphaModFix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-50000"/>
                      </a14:imgEffect>
                      <a14:imgEffect>
                        <a14:brightnessContrast bright="-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0941"/>
            <a:stretch/>
          </p:blipFill>
          <p:spPr bwMode="auto">
            <a:xfrm>
              <a:off x="9122317" y="5522653"/>
              <a:ext cx="555924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8F03FD2-0AB3-5FBE-08F9-BC2661621BE2}"/>
              </a:ext>
            </a:extLst>
          </p:cNvPr>
          <p:cNvSpPr txBox="1"/>
          <p:nvPr/>
        </p:nvSpPr>
        <p:spPr>
          <a:xfrm>
            <a:off x="3064587" y="2919611"/>
            <a:ext cx="1122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Eduardo Apolinario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A7077B-B89B-A29E-2DF1-6EB8D638AD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483" y="1329668"/>
            <a:ext cx="1426687" cy="1567262"/>
          </a:xfrm>
          <a:prstGeom prst="rect">
            <a:avLst/>
          </a:prstGeom>
          <a:ln w="38100" cap="sq">
            <a:solidFill>
              <a:schemeClr val="tx2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BE837DA-91B7-D6FC-83C1-D2BC79F0788D}"/>
              </a:ext>
            </a:extLst>
          </p:cNvPr>
          <p:cNvSpPr/>
          <p:nvPr/>
        </p:nvSpPr>
        <p:spPr bwMode="auto">
          <a:xfrm>
            <a:off x="7695630" y="1335525"/>
            <a:ext cx="1426687" cy="159953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buSzTx/>
              <a:buFontTx/>
              <a:buNone/>
              <a:tabLst/>
            </a:pPr>
            <a:endParaRPr kumimoji="0" lang="pt-B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2F89F4-52B9-4405-2876-4F6FB8CC0B23}"/>
              </a:ext>
            </a:extLst>
          </p:cNvPr>
          <p:cNvSpPr/>
          <p:nvPr/>
        </p:nvSpPr>
        <p:spPr bwMode="auto">
          <a:xfrm>
            <a:off x="2912482" y="3617533"/>
            <a:ext cx="1426687" cy="159953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buSzTx/>
              <a:buFontTx/>
              <a:buNone/>
              <a:tabLst/>
            </a:pPr>
            <a:endParaRPr kumimoji="0" lang="pt-B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17143E-89B9-4EDC-6211-78DCBF88E38B}"/>
              </a:ext>
            </a:extLst>
          </p:cNvPr>
          <p:cNvSpPr txBox="1"/>
          <p:nvPr/>
        </p:nvSpPr>
        <p:spPr>
          <a:xfrm>
            <a:off x="7847734" y="2919612"/>
            <a:ext cx="1122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Everton Muralhes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208F1B-CC7F-5C98-96B0-51E96BFAC1D5}"/>
              </a:ext>
            </a:extLst>
          </p:cNvPr>
          <p:cNvSpPr txBox="1"/>
          <p:nvPr/>
        </p:nvSpPr>
        <p:spPr>
          <a:xfrm>
            <a:off x="7847734" y="5208109"/>
            <a:ext cx="1122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Leandro M Silva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C634F4-A829-86FC-3036-B404BDBA9B79}"/>
              </a:ext>
            </a:extLst>
          </p:cNvPr>
          <p:cNvSpPr/>
          <p:nvPr/>
        </p:nvSpPr>
        <p:spPr bwMode="auto">
          <a:xfrm>
            <a:off x="7695630" y="3617533"/>
            <a:ext cx="1426687" cy="159953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buSzTx/>
              <a:buFontTx/>
              <a:buNone/>
              <a:tabLst/>
            </a:pPr>
            <a:endParaRPr kumimoji="0" lang="pt-B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BE5065-A1ED-146B-1D84-3639D478F413}"/>
              </a:ext>
            </a:extLst>
          </p:cNvPr>
          <p:cNvSpPr txBox="1"/>
          <p:nvPr/>
        </p:nvSpPr>
        <p:spPr>
          <a:xfrm>
            <a:off x="3064587" y="5208108"/>
            <a:ext cx="1122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Andre Apparecido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069D3E-8BD1-713B-7F34-B3D1332E573A}"/>
              </a:ext>
            </a:extLst>
          </p:cNvPr>
          <p:cNvSpPr/>
          <p:nvPr/>
        </p:nvSpPr>
        <p:spPr bwMode="auto">
          <a:xfrm>
            <a:off x="5304056" y="1297394"/>
            <a:ext cx="1426687" cy="159953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buSzTx/>
              <a:buFontTx/>
              <a:buNone/>
              <a:tabLst/>
            </a:pPr>
            <a:endParaRPr kumimoji="0" lang="pt-B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2D8896-DAFB-070A-B374-5B1F47D4A03F}"/>
              </a:ext>
            </a:extLst>
          </p:cNvPr>
          <p:cNvSpPr txBox="1"/>
          <p:nvPr/>
        </p:nvSpPr>
        <p:spPr>
          <a:xfrm>
            <a:off x="5456160" y="2896930"/>
            <a:ext cx="1122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Leandro H Silva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6B0CE5-7A3B-C7E3-3F88-78CEB8AF2A8A}"/>
              </a:ext>
            </a:extLst>
          </p:cNvPr>
          <p:cNvSpPr/>
          <p:nvPr/>
        </p:nvSpPr>
        <p:spPr bwMode="auto">
          <a:xfrm>
            <a:off x="5304056" y="3617533"/>
            <a:ext cx="1426687" cy="159953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7CD"/>
              </a:buClr>
              <a:buSzTx/>
              <a:buFontTx/>
              <a:buNone/>
              <a:tabLst/>
            </a:pPr>
            <a:endParaRPr kumimoji="0" lang="pt-B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DE7FFB-7E0A-7F4C-E997-D2029BC2AE0C}"/>
              </a:ext>
            </a:extLst>
          </p:cNvPr>
          <p:cNvSpPr txBox="1"/>
          <p:nvPr/>
        </p:nvSpPr>
        <p:spPr>
          <a:xfrm>
            <a:off x="5456160" y="5208107"/>
            <a:ext cx="1122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Irisnaldo Oliveira</a:t>
            </a:r>
          </a:p>
        </p:txBody>
      </p:sp>
    </p:spTree>
  </p:cSld>
  <p:clrMapOvr>
    <a:masterClrMapping/>
  </p:clrMapOvr>
  <p:transition spd="med"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582433" y="321053"/>
            <a:ext cx="5513567" cy="664521"/>
          </a:xfrm>
          <a:noFill/>
        </p:spPr>
        <p:txBody>
          <a:bodyPr/>
          <a:lstStyle/>
          <a:p>
            <a:pPr eaLnBrk="1" hangingPunct="1"/>
            <a:r>
              <a:rPr lang="en-US" altLang="en-US" sz="3200" kern="1200" dirty="0" err="1"/>
              <a:t>Mapa</a:t>
            </a:r>
            <a:r>
              <a:rPr lang="en-US" altLang="en-US" sz="3200" kern="1200" dirty="0"/>
              <a:t> de </a:t>
            </a:r>
            <a:r>
              <a:rPr lang="en-US" altLang="en-US" sz="3200" kern="1200" dirty="0" err="1"/>
              <a:t>Pensamento</a:t>
            </a:r>
            <a:endParaRPr lang="en-US" altLang="en-US" sz="3200" kern="1200" dirty="0"/>
          </a:p>
        </p:txBody>
      </p:sp>
      <p:pic>
        <p:nvPicPr>
          <p:cNvPr id="10" name="Picture 2" descr="When should DMAIC be your go-to problem-solving tool?">
            <a:extLst>
              <a:ext uri="{FF2B5EF4-FFF2-40B4-BE49-F238E27FC236}">
                <a16:creationId xmlns:a16="http://schemas.microsoft.com/office/drawing/2014/main" id="{6D7C6611-6FA4-4FCF-B367-5DE611319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9039" y="277082"/>
            <a:ext cx="1351291" cy="126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2953B-75E7-4E66-BF85-9EDE7EFE13A2}"/>
              </a:ext>
            </a:extLst>
          </p:cNvPr>
          <p:cNvGrpSpPr/>
          <p:nvPr/>
        </p:nvGrpSpPr>
        <p:grpSpPr>
          <a:xfrm>
            <a:off x="9122317" y="5522653"/>
            <a:ext cx="2854895" cy="780270"/>
            <a:chOff x="9122317" y="5522653"/>
            <a:chExt cx="2854895" cy="780270"/>
          </a:xfrm>
        </p:grpSpPr>
        <p:pic>
          <p:nvPicPr>
            <p:cNvPr id="12" name="Picture 4" descr="DMAIC - Wikiwand">
              <a:extLst>
                <a:ext uri="{FF2B5EF4-FFF2-40B4-BE49-F238E27FC236}">
                  <a16:creationId xmlns:a16="http://schemas.microsoft.com/office/drawing/2014/main" id="{3EA27251-4864-4C64-8DE4-3634084BE6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82"/>
            <a:stretch/>
          </p:blipFill>
          <p:spPr bwMode="auto">
            <a:xfrm>
              <a:off x="9666514" y="5522653"/>
              <a:ext cx="2310698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 descr="DMAIC - Wikiwand">
              <a:extLst>
                <a:ext uri="{FF2B5EF4-FFF2-40B4-BE49-F238E27FC236}">
                  <a16:creationId xmlns:a16="http://schemas.microsoft.com/office/drawing/2014/main" id="{6F2E202E-268A-48D5-9D8F-D81D328FFA5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alphaModFix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-50000"/>
                      </a14:imgEffect>
                      <a14:imgEffect>
                        <a14:brightnessContrast bright="-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0941"/>
            <a:stretch/>
          </p:blipFill>
          <p:spPr bwMode="auto">
            <a:xfrm>
              <a:off x="9122317" y="5522653"/>
              <a:ext cx="555924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738C96C-92D6-D33E-B9F2-E307FC31C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ADD085-BD28-FDBE-45F4-AFD705BAD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4" name="Diagrama 17">
            <a:extLst>
              <a:ext uri="{FF2B5EF4-FFF2-40B4-BE49-F238E27FC236}">
                <a16:creationId xmlns:a16="http://schemas.microsoft.com/office/drawing/2014/main" id="{582AA2CA-5025-ED08-FF67-C6F77FAF5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2555310"/>
              </p:ext>
            </p:extLst>
          </p:nvPr>
        </p:nvGraphicFramePr>
        <p:xfrm>
          <a:off x="271670" y="1155083"/>
          <a:ext cx="10730005" cy="4547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  <p:transition spd="med"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71476" y="136519"/>
            <a:ext cx="5513567" cy="664521"/>
          </a:xfrm>
          <a:noFill/>
        </p:spPr>
        <p:txBody>
          <a:bodyPr/>
          <a:lstStyle/>
          <a:p>
            <a:pPr eaLnBrk="1" hangingPunct="1"/>
            <a:r>
              <a:rPr lang="en-US" altLang="en-US" sz="3200" kern="1200" dirty="0" err="1"/>
              <a:t>Mapa</a:t>
            </a:r>
            <a:r>
              <a:rPr lang="en-US" altLang="en-US" sz="3200" kern="1200" dirty="0"/>
              <a:t> de </a:t>
            </a:r>
            <a:r>
              <a:rPr lang="en-US" altLang="en-US" sz="3200" kern="1200" dirty="0" err="1"/>
              <a:t>Processo</a:t>
            </a:r>
            <a:endParaRPr lang="en-US" altLang="en-US" sz="3200" kern="1200" dirty="0"/>
          </a:p>
        </p:txBody>
      </p:sp>
      <p:pic>
        <p:nvPicPr>
          <p:cNvPr id="32" name="Picture 2" descr="When should DMAIC be your go-to problem-solving tool?">
            <a:extLst>
              <a:ext uri="{FF2B5EF4-FFF2-40B4-BE49-F238E27FC236}">
                <a16:creationId xmlns:a16="http://schemas.microsoft.com/office/drawing/2014/main" id="{00021209-B698-463A-A1D7-34BCA63B5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9039" y="277082"/>
            <a:ext cx="1351291" cy="126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91CB4187-EAB3-4029-9D62-51EF80C44D3D}"/>
              </a:ext>
            </a:extLst>
          </p:cNvPr>
          <p:cNvGrpSpPr/>
          <p:nvPr/>
        </p:nvGrpSpPr>
        <p:grpSpPr>
          <a:xfrm>
            <a:off x="9141591" y="5522653"/>
            <a:ext cx="2854895" cy="780270"/>
            <a:chOff x="9122317" y="5522653"/>
            <a:chExt cx="2854895" cy="780270"/>
          </a:xfrm>
        </p:grpSpPr>
        <p:pic>
          <p:nvPicPr>
            <p:cNvPr id="34" name="Picture 4" descr="DMAIC - Wikiwand">
              <a:extLst>
                <a:ext uri="{FF2B5EF4-FFF2-40B4-BE49-F238E27FC236}">
                  <a16:creationId xmlns:a16="http://schemas.microsoft.com/office/drawing/2014/main" id="{BD0EA148-E64D-4091-AAB1-EE27554E145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82"/>
            <a:stretch/>
          </p:blipFill>
          <p:spPr bwMode="auto">
            <a:xfrm>
              <a:off x="9666514" y="5522653"/>
              <a:ext cx="2310698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4" descr="DMAIC - Wikiwand">
              <a:extLst>
                <a:ext uri="{FF2B5EF4-FFF2-40B4-BE49-F238E27FC236}">
                  <a16:creationId xmlns:a16="http://schemas.microsoft.com/office/drawing/2014/main" id="{A8FC4854-42F6-4647-A2A3-FC45B77FEE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alphaModFix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-50000"/>
                      </a14:imgEffect>
                      <a14:imgEffect>
                        <a14:brightnessContrast bright="-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0941"/>
            <a:stretch/>
          </p:blipFill>
          <p:spPr bwMode="auto">
            <a:xfrm>
              <a:off x="9122317" y="5522653"/>
              <a:ext cx="555924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6DA1506-9BB3-9D0E-AD5E-CE3A43394744}"/>
              </a:ext>
            </a:extLst>
          </p:cNvPr>
          <p:cNvSpPr/>
          <p:nvPr/>
        </p:nvSpPr>
        <p:spPr>
          <a:xfrm>
            <a:off x="2116821" y="1265270"/>
            <a:ext cx="1747647" cy="19682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400" b="1" u="sng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04E0F27-0F58-AAD0-D043-394F2E725966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2990645" y="872839"/>
            <a:ext cx="0" cy="392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267D7797-8650-F021-E6B1-3B1979D0ECCE}"/>
              </a:ext>
            </a:extLst>
          </p:cNvPr>
          <p:cNvSpPr/>
          <p:nvPr/>
        </p:nvSpPr>
        <p:spPr>
          <a:xfrm>
            <a:off x="2116419" y="3457965"/>
            <a:ext cx="1747647" cy="19560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F5B34-9357-1FFF-6EFE-FEBF5E86C516}"/>
              </a:ext>
            </a:extLst>
          </p:cNvPr>
          <p:cNvSpPr/>
          <p:nvPr/>
        </p:nvSpPr>
        <p:spPr>
          <a:xfrm>
            <a:off x="7652542" y="1265270"/>
            <a:ext cx="1747647" cy="19682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D8F45C9-8E6B-C627-9DDA-DA8403F754E5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8526366" y="872839"/>
            <a:ext cx="0" cy="392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0B2E3C5-6F8F-89C1-6A8B-7F2D8192959B}"/>
              </a:ext>
            </a:extLst>
          </p:cNvPr>
          <p:cNvSpPr/>
          <p:nvPr/>
        </p:nvSpPr>
        <p:spPr>
          <a:xfrm>
            <a:off x="7651433" y="3452262"/>
            <a:ext cx="1747647" cy="19560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E4034AB-3D61-688D-DCC4-2CDCFE492AB7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8525257" y="3233561"/>
            <a:ext cx="1109" cy="2187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BEA0C8-0121-E7CF-A39B-6C6EB0399E58}"/>
              </a:ext>
            </a:extLst>
          </p:cNvPr>
          <p:cNvCxnSpPr>
            <a:cxnSpLocks/>
          </p:cNvCxnSpPr>
          <p:nvPr/>
        </p:nvCxnSpPr>
        <p:spPr>
          <a:xfrm>
            <a:off x="2990645" y="5408276"/>
            <a:ext cx="0" cy="392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D54C46B-8BC1-7A5D-3682-FD7A8BC00B9C}"/>
              </a:ext>
            </a:extLst>
          </p:cNvPr>
          <p:cNvCxnSpPr>
            <a:cxnSpLocks/>
          </p:cNvCxnSpPr>
          <p:nvPr/>
        </p:nvCxnSpPr>
        <p:spPr>
          <a:xfrm>
            <a:off x="8525256" y="5408276"/>
            <a:ext cx="0" cy="392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B44CB97-5AA2-076A-C74B-51BE37F64697}"/>
              </a:ext>
            </a:extLst>
          </p:cNvPr>
          <p:cNvCxnSpPr>
            <a:cxnSpLocks/>
          </p:cNvCxnSpPr>
          <p:nvPr/>
        </p:nvCxnSpPr>
        <p:spPr>
          <a:xfrm>
            <a:off x="5621859" y="685160"/>
            <a:ext cx="0" cy="53858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1C4EC0B-B426-9CC5-D909-DBFDAEE435E2}"/>
              </a:ext>
            </a:extLst>
          </p:cNvPr>
          <p:cNvSpPr txBox="1"/>
          <p:nvPr/>
        </p:nvSpPr>
        <p:spPr>
          <a:xfrm>
            <a:off x="2121774" y="1236182"/>
            <a:ext cx="1742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u="sng" dirty="0"/>
              <a:t>Executar queries de impressão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FC7191-D5A3-EF60-E57C-9B4D434B6D39}"/>
              </a:ext>
            </a:extLst>
          </p:cNvPr>
          <p:cNvSpPr txBox="1"/>
          <p:nvPr/>
        </p:nvSpPr>
        <p:spPr>
          <a:xfrm>
            <a:off x="729407" y="1048185"/>
            <a:ext cx="1271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u="sng" dirty="0"/>
              <a:t>Entradas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74BCF9-0AEA-ECA9-E2B2-06B20492C97B}"/>
              </a:ext>
            </a:extLst>
          </p:cNvPr>
          <p:cNvSpPr txBox="1"/>
          <p:nvPr/>
        </p:nvSpPr>
        <p:spPr>
          <a:xfrm>
            <a:off x="3854059" y="1048184"/>
            <a:ext cx="1271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u="sng" dirty="0"/>
              <a:t>Saídas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70BD4A-5530-EE7C-3F29-B957ECA60E68}"/>
              </a:ext>
            </a:extLst>
          </p:cNvPr>
          <p:cNvSpPr txBox="1"/>
          <p:nvPr/>
        </p:nvSpPr>
        <p:spPr>
          <a:xfrm>
            <a:off x="281632" y="1535901"/>
            <a:ext cx="17764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00" dirty="0"/>
              <a:t>Notas fiscais faturadas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00" dirty="0"/>
              <a:t>Dados do Oracle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00" dirty="0"/>
              <a:t>Queries de impressão (Pt.1 e Pt.2)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00" dirty="0"/>
              <a:t>Parâmetros operacionais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F1848D-8A05-0536-5863-46069E406E0E}"/>
              </a:ext>
            </a:extLst>
          </p:cNvPr>
          <p:cNvSpPr txBox="1"/>
          <p:nvPr/>
        </p:nvSpPr>
        <p:spPr>
          <a:xfrm>
            <a:off x="2148830" y="1701693"/>
            <a:ext cx="16045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00" dirty="0"/>
              <a:t>Executar query de impressão Pt.1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00" dirty="0"/>
              <a:t>Aguardar processamento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00" dirty="0"/>
              <a:t>Executar query de impressão Pt.2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3EA95A-BBBE-8039-8AE5-F7AB5CEA75BE}"/>
              </a:ext>
            </a:extLst>
          </p:cNvPr>
          <p:cNvSpPr txBox="1"/>
          <p:nvPr/>
        </p:nvSpPr>
        <p:spPr>
          <a:xfrm>
            <a:off x="3877763" y="1515342"/>
            <a:ext cx="17764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00" dirty="0"/>
              <a:t>Dados das Notas Fiscais – 30 min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00" dirty="0"/>
              <a:t>Informações de LPN, Delivery </a:t>
            </a:r>
            <a:r>
              <a:rPr lang="pt-BR" sz="1200"/>
              <a:t>e Status – 30 min</a:t>
            </a:r>
            <a:endParaRPr lang="pt-BR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83FE0D-7A6E-9B95-EB89-988CD9A9D175}"/>
              </a:ext>
            </a:extLst>
          </p:cNvPr>
          <p:cNvSpPr txBox="1"/>
          <p:nvPr/>
        </p:nvSpPr>
        <p:spPr>
          <a:xfrm>
            <a:off x="2135933" y="3492354"/>
            <a:ext cx="1742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u="sng" dirty="0"/>
              <a:t>Executar Macro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9E0601-A71C-BAF0-00F8-3990308C61AF}"/>
              </a:ext>
            </a:extLst>
          </p:cNvPr>
          <p:cNvSpPr txBox="1"/>
          <p:nvPr/>
        </p:nvSpPr>
        <p:spPr>
          <a:xfrm>
            <a:off x="721482" y="3249799"/>
            <a:ext cx="1271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u="sng" dirty="0"/>
              <a:t>Entradas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E3E162-EA70-F5DD-FB64-E3702BCDF013}"/>
              </a:ext>
            </a:extLst>
          </p:cNvPr>
          <p:cNvSpPr txBox="1"/>
          <p:nvPr/>
        </p:nvSpPr>
        <p:spPr>
          <a:xfrm>
            <a:off x="3831607" y="3249117"/>
            <a:ext cx="1271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u="sng" dirty="0"/>
              <a:t>Saídas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0EAB54-47C2-EDE7-D490-C161B8DC9011}"/>
              </a:ext>
            </a:extLst>
          </p:cNvPr>
          <p:cNvSpPr txBox="1"/>
          <p:nvPr/>
        </p:nvSpPr>
        <p:spPr>
          <a:xfrm>
            <a:off x="331747" y="3701233"/>
            <a:ext cx="17764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00" dirty="0"/>
              <a:t>Dados estruturados das Notas Fiscais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00" dirty="0"/>
              <a:t>Informações de LPN, Delivery e Status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47D707-8A0E-EB77-2BDE-F493C2F2DB38}"/>
              </a:ext>
            </a:extLst>
          </p:cNvPr>
          <p:cNvSpPr txBox="1"/>
          <p:nvPr/>
        </p:nvSpPr>
        <p:spPr>
          <a:xfrm>
            <a:off x="3914411" y="3639678"/>
            <a:ext cx="17764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/>
              <a:t>Arquivos Excel ordenados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/>
              <a:t>Arquivos PDF das Notas Fiscais organizados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65E172-739F-CA2E-956A-599069518C9E}"/>
              </a:ext>
            </a:extLst>
          </p:cNvPr>
          <p:cNvSpPr txBox="1"/>
          <p:nvPr/>
        </p:nvSpPr>
        <p:spPr>
          <a:xfrm>
            <a:off x="2148830" y="3895448"/>
            <a:ext cx="16045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00" dirty="0"/>
              <a:t>Executar Macro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00" dirty="0"/>
              <a:t>Analisar regras de classificação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00" dirty="0"/>
              <a:t>Preparar dados para impressão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E26F30-F9B0-525A-E43D-047252027674}"/>
              </a:ext>
            </a:extLst>
          </p:cNvPr>
          <p:cNvSpPr txBox="1"/>
          <p:nvPr/>
        </p:nvSpPr>
        <p:spPr>
          <a:xfrm>
            <a:off x="6288408" y="1049289"/>
            <a:ext cx="1271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u="sng" dirty="0"/>
              <a:t>Entradas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2669E2-97A9-1BFB-2874-478A6D468654}"/>
              </a:ext>
            </a:extLst>
          </p:cNvPr>
          <p:cNvSpPr txBox="1"/>
          <p:nvPr/>
        </p:nvSpPr>
        <p:spPr>
          <a:xfrm>
            <a:off x="9331877" y="1048184"/>
            <a:ext cx="1271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u="sng" dirty="0"/>
              <a:t>Saídas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15E250-AD23-C99D-1145-88DD2BD2DD6E}"/>
              </a:ext>
            </a:extLst>
          </p:cNvPr>
          <p:cNvSpPr txBox="1"/>
          <p:nvPr/>
        </p:nvSpPr>
        <p:spPr>
          <a:xfrm>
            <a:off x="7640264" y="1247390"/>
            <a:ext cx="1742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u="sng" dirty="0"/>
              <a:t>Imprimir Notas Fiscais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5879E0-CC75-6E09-C289-2541C5AC3AE8}"/>
              </a:ext>
            </a:extLst>
          </p:cNvPr>
          <p:cNvSpPr txBox="1"/>
          <p:nvPr/>
        </p:nvSpPr>
        <p:spPr>
          <a:xfrm>
            <a:off x="7684944" y="1715378"/>
            <a:ext cx="16045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00" dirty="0"/>
              <a:t>Imprimir Notas FIscais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B336BC-DA60-2908-7DF8-82397DFF205C}"/>
              </a:ext>
            </a:extLst>
          </p:cNvPr>
          <p:cNvSpPr txBox="1"/>
          <p:nvPr/>
        </p:nvSpPr>
        <p:spPr>
          <a:xfrm>
            <a:off x="5782921" y="1515342"/>
            <a:ext cx="1776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00" dirty="0"/>
              <a:t>PDFs organizados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00" dirty="0"/>
              <a:t>Excel ordenado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590248-6E70-3292-A22B-328F83C057BC}"/>
              </a:ext>
            </a:extLst>
          </p:cNvPr>
          <p:cNvSpPr txBox="1"/>
          <p:nvPr/>
        </p:nvSpPr>
        <p:spPr>
          <a:xfrm>
            <a:off x="9476080" y="1535901"/>
            <a:ext cx="1776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00" dirty="0"/>
              <a:t>Notas Fiscais impressas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6FE93D-D5AF-4761-34B0-CD87F0F6CDC0}"/>
              </a:ext>
            </a:extLst>
          </p:cNvPr>
          <p:cNvSpPr txBox="1"/>
          <p:nvPr/>
        </p:nvSpPr>
        <p:spPr>
          <a:xfrm>
            <a:off x="7659606" y="3439623"/>
            <a:ext cx="1742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u="sng" dirty="0"/>
              <a:t>Separar Notas para Expedição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C0FCDD-CCA8-BFD4-C7A0-609AD8966A96}"/>
              </a:ext>
            </a:extLst>
          </p:cNvPr>
          <p:cNvSpPr txBox="1"/>
          <p:nvPr/>
        </p:nvSpPr>
        <p:spPr>
          <a:xfrm>
            <a:off x="7651433" y="4005508"/>
            <a:ext cx="16045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00" dirty="0"/>
              <a:t>Separar manualmente por LPN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00" dirty="0"/>
              <a:t>Reordenar notas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00" dirty="0"/>
              <a:t>Ajustar sequência para expedição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8F5433-3A82-15BD-C09D-9F8020949426}"/>
              </a:ext>
            </a:extLst>
          </p:cNvPr>
          <p:cNvSpPr txBox="1"/>
          <p:nvPr/>
        </p:nvSpPr>
        <p:spPr>
          <a:xfrm>
            <a:off x="5782922" y="3646243"/>
            <a:ext cx="1776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00" dirty="0"/>
              <a:t>Notas Fiscais impressas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00" dirty="0"/>
              <a:t>Ordem de LPN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CD5A80-3F29-1D03-5744-7BB8D4ED5B85}"/>
              </a:ext>
            </a:extLst>
          </p:cNvPr>
          <p:cNvSpPr txBox="1"/>
          <p:nvPr/>
        </p:nvSpPr>
        <p:spPr>
          <a:xfrm>
            <a:off x="6288408" y="3195773"/>
            <a:ext cx="1271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u="sng" dirty="0"/>
              <a:t>Entradas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0979CF-3619-6D36-5142-8D9EE6CE91A5}"/>
              </a:ext>
            </a:extLst>
          </p:cNvPr>
          <p:cNvSpPr txBox="1"/>
          <p:nvPr/>
        </p:nvSpPr>
        <p:spPr>
          <a:xfrm>
            <a:off x="9357595" y="3195773"/>
            <a:ext cx="1271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u="sng" dirty="0"/>
              <a:t>Saídas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B1E74A-6F51-1222-5CAE-771290FECE79}"/>
              </a:ext>
            </a:extLst>
          </p:cNvPr>
          <p:cNvSpPr txBox="1"/>
          <p:nvPr/>
        </p:nvSpPr>
        <p:spPr>
          <a:xfrm>
            <a:off x="9439975" y="3646242"/>
            <a:ext cx="1776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00" dirty="0"/>
              <a:t>Notas ordenadas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200" dirty="0"/>
              <a:t>Tempo de execução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FC636C8-7207-A879-8DDA-548AF72C54D3}"/>
              </a:ext>
            </a:extLst>
          </p:cNvPr>
          <p:cNvCxnSpPr>
            <a:cxnSpLocks/>
          </p:cNvCxnSpPr>
          <p:nvPr/>
        </p:nvCxnSpPr>
        <p:spPr>
          <a:xfrm flipH="1">
            <a:off x="2990644" y="3241339"/>
            <a:ext cx="1109" cy="2187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97977" y="468308"/>
            <a:ext cx="8939758" cy="582433"/>
          </a:xfrm>
          <a:noFill/>
        </p:spPr>
        <p:txBody>
          <a:bodyPr/>
          <a:lstStyle/>
          <a:p>
            <a:pPr eaLnBrk="1" hangingPunct="1"/>
            <a:r>
              <a:rPr lang="en-US" altLang="en-US" sz="3200" kern="1200" dirty="0" err="1"/>
              <a:t>Análise</a:t>
            </a:r>
            <a:r>
              <a:rPr lang="en-US" altLang="en-US" sz="3200" kern="1200" dirty="0"/>
              <a:t> </a:t>
            </a:r>
            <a:r>
              <a:rPr lang="en-US" altLang="en-US" sz="3200" kern="1200" dirty="0" err="1"/>
              <a:t>gráfica</a:t>
            </a:r>
            <a:r>
              <a:rPr lang="en-US" altLang="en-US" sz="3200" kern="1200" dirty="0"/>
              <a:t> das </a:t>
            </a:r>
            <a:r>
              <a:rPr lang="en-US" altLang="en-US" sz="3200" kern="1200" dirty="0" err="1"/>
              <a:t>Métricas</a:t>
            </a:r>
            <a:r>
              <a:rPr lang="en-US" altLang="en-US" sz="3200" kern="1200" dirty="0"/>
              <a:t> do </a:t>
            </a:r>
            <a:r>
              <a:rPr lang="en-US" altLang="en-US" sz="3200" kern="1200" dirty="0" err="1"/>
              <a:t>Projeto</a:t>
            </a:r>
            <a:endParaRPr lang="en-US" altLang="en-US" sz="3200" kern="1200" dirty="0"/>
          </a:p>
        </p:txBody>
      </p:sp>
      <p:pic>
        <p:nvPicPr>
          <p:cNvPr id="10" name="Picture 2" descr="When should DMAIC be your go-to problem-solving tool?">
            <a:extLst>
              <a:ext uri="{FF2B5EF4-FFF2-40B4-BE49-F238E27FC236}">
                <a16:creationId xmlns:a16="http://schemas.microsoft.com/office/drawing/2014/main" id="{459C4183-65F5-437D-B1FD-668771B7C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9039" y="277082"/>
            <a:ext cx="1351291" cy="126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ECBCAE0-611E-BD50-F1F1-878B70A206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2226026"/>
              </p:ext>
            </p:extLst>
          </p:nvPr>
        </p:nvGraphicFramePr>
        <p:xfrm>
          <a:off x="1160469" y="1537918"/>
          <a:ext cx="9871062" cy="4554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med"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800889" y="374064"/>
            <a:ext cx="5699242" cy="641067"/>
          </a:xfrm>
          <a:noFill/>
        </p:spPr>
        <p:txBody>
          <a:bodyPr/>
          <a:lstStyle/>
          <a:p>
            <a:pPr eaLnBrk="1" hangingPunct="1"/>
            <a:r>
              <a:rPr lang="en-US" altLang="en-US" sz="3200" kern="1200" dirty="0" err="1"/>
              <a:t>Demais</a:t>
            </a:r>
            <a:r>
              <a:rPr lang="en-US" altLang="en-US" sz="3200" kern="1200" dirty="0"/>
              <a:t> </a:t>
            </a:r>
            <a:r>
              <a:rPr lang="en-US" altLang="en-US" sz="3200" kern="1200" dirty="0" err="1"/>
              <a:t>Análises</a:t>
            </a:r>
            <a:r>
              <a:rPr lang="en-US" altLang="en-US" sz="3200" kern="1200" dirty="0"/>
              <a:t> </a:t>
            </a:r>
            <a:r>
              <a:rPr lang="en-US" altLang="en-US" sz="3200" kern="1200" dirty="0" err="1"/>
              <a:t>Gráficas</a:t>
            </a:r>
            <a:endParaRPr lang="en-US" altLang="en-US" sz="3200" kern="1200" dirty="0"/>
          </a:p>
        </p:txBody>
      </p:sp>
      <p:pic>
        <p:nvPicPr>
          <p:cNvPr id="9" name="Picture 2" descr="When should DMAIC be your go-to problem-solving tool?">
            <a:extLst>
              <a:ext uri="{FF2B5EF4-FFF2-40B4-BE49-F238E27FC236}">
                <a16:creationId xmlns:a16="http://schemas.microsoft.com/office/drawing/2014/main" id="{8AC66DD2-872B-444B-ABD4-B344778DA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9039" y="277082"/>
            <a:ext cx="1351291" cy="126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33D8B09-214B-4488-A31D-76267F17C072}"/>
              </a:ext>
            </a:extLst>
          </p:cNvPr>
          <p:cNvGrpSpPr/>
          <p:nvPr/>
        </p:nvGrpSpPr>
        <p:grpSpPr>
          <a:xfrm>
            <a:off x="9064058" y="5508798"/>
            <a:ext cx="2856272" cy="780270"/>
            <a:chOff x="8388412" y="4297515"/>
            <a:chExt cx="2856272" cy="780270"/>
          </a:xfrm>
        </p:grpSpPr>
        <p:pic>
          <p:nvPicPr>
            <p:cNvPr id="11" name="Picture 4" descr="DMAIC - Wikiwand">
              <a:extLst>
                <a:ext uri="{FF2B5EF4-FFF2-40B4-BE49-F238E27FC236}">
                  <a16:creationId xmlns:a16="http://schemas.microsoft.com/office/drawing/2014/main" id="{D8B45F67-FF79-4AED-9CBF-A0E6E41FDC3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82" r="60159"/>
            <a:stretch/>
          </p:blipFill>
          <p:spPr bwMode="auto">
            <a:xfrm>
              <a:off x="8944336" y="4297515"/>
              <a:ext cx="555924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DMAIC - Wikiwand">
              <a:extLst>
                <a:ext uri="{FF2B5EF4-FFF2-40B4-BE49-F238E27FC236}">
                  <a16:creationId xmlns:a16="http://schemas.microsoft.com/office/drawing/2014/main" id="{E95F9A71-E8DC-4176-8765-E54E66DB08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-50000"/>
                      </a14:imgEffect>
                      <a14:imgEffect>
                        <a14:brightnessContrast bright="-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0941"/>
            <a:stretch/>
          </p:blipFill>
          <p:spPr bwMode="auto">
            <a:xfrm>
              <a:off x="8388412" y="4297515"/>
              <a:ext cx="555924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 descr="DMAIC - Wikiwand">
              <a:extLst>
                <a:ext uri="{FF2B5EF4-FFF2-40B4-BE49-F238E27FC236}">
                  <a16:creationId xmlns:a16="http://schemas.microsoft.com/office/drawing/2014/main" id="{B98789F0-3CD1-4341-BD7D-73784B45D5D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196"/>
            <a:stretch/>
          </p:blipFill>
          <p:spPr bwMode="auto">
            <a:xfrm>
              <a:off x="9500260" y="4297515"/>
              <a:ext cx="1744424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ransition spd="med"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800889" y="374064"/>
            <a:ext cx="5699242" cy="641067"/>
          </a:xfrm>
          <a:noFill/>
        </p:spPr>
        <p:txBody>
          <a:bodyPr/>
          <a:lstStyle/>
          <a:p>
            <a:pPr eaLnBrk="1" hangingPunct="1"/>
            <a:r>
              <a:rPr lang="en-US" altLang="en-US" sz="3200" kern="1200" dirty="0" err="1"/>
              <a:t>Demais</a:t>
            </a:r>
            <a:r>
              <a:rPr lang="en-US" altLang="en-US" sz="3200" kern="1200" dirty="0"/>
              <a:t> </a:t>
            </a:r>
            <a:r>
              <a:rPr lang="en-US" altLang="en-US" sz="3200" kern="1200" dirty="0" err="1"/>
              <a:t>Análises</a:t>
            </a:r>
            <a:r>
              <a:rPr lang="en-US" altLang="en-US" sz="3200" kern="1200" dirty="0"/>
              <a:t> </a:t>
            </a:r>
            <a:r>
              <a:rPr lang="en-US" altLang="en-US" sz="3200" kern="1200" dirty="0" err="1"/>
              <a:t>Gráficas</a:t>
            </a:r>
            <a:endParaRPr lang="en-US" altLang="en-US" sz="3200" kern="1200" dirty="0"/>
          </a:p>
        </p:txBody>
      </p:sp>
      <p:pic>
        <p:nvPicPr>
          <p:cNvPr id="9" name="Picture 2" descr="When should DMAIC be your go-to problem-solving tool?">
            <a:extLst>
              <a:ext uri="{FF2B5EF4-FFF2-40B4-BE49-F238E27FC236}">
                <a16:creationId xmlns:a16="http://schemas.microsoft.com/office/drawing/2014/main" id="{ED223332-D6C4-4C13-A509-78CBCFC2A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9039" y="277082"/>
            <a:ext cx="1351291" cy="126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A00B53A-4059-4727-8922-8F0E8B7E6A98}"/>
              </a:ext>
            </a:extLst>
          </p:cNvPr>
          <p:cNvGrpSpPr/>
          <p:nvPr/>
        </p:nvGrpSpPr>
        <p:grpSpPr>
          <a:xfrm>
            <a:off x="9064058" y="5508798"/>
            <a:ext cx="2856272" cy="780270"/>
            <a:chOff x="8388412" y="4297515"/>
            <a:chExt cx="2856272" cy="780270"/>
          </a:xfrm>
        </p:grpSpPr>
        <p:pic>
          <p:nvPicPr>
            <p:cNvPr id="11" name="Picture 4" descr="DMAIC - Wikiwand">
              <a:extLst>
                <a:ext uri="{FF2B5EF4-FFF2-40B4-BE49-F238E27FC236}">
                  <a16:creationId xmlns:a16="http://schemas.microsoft.com/office/drawing/2014/main" id="{01B831CE-292E-4629-8516-A77E57F7604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82" r="60159"/>
            <a:stretch/>
          </p:blipFill>
          <p:spPr bwMode="auto">
            <a:xfrm>
              <a:off x="8944336" y="4297515"/>
              <a:ext cx="555924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DMAIC - Wikiwand">
              <a:extLst>
                <a:ext uri="{FF2B5EF4-FFF2-40B4-BE49-F238E27FC236}">
                  <a16:creationId xmlns:a16="http://schemas.microsoft.com/office/drawing/2014/main" id="{104EDE9B-5B12-49DD-AA92-CA4B0F352AB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-50000"/>
                      </a14:imgEffect>
                      <a14:imgEffect>
                        <a14:brightnessContrast bright="-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0941"/>
            <a:stretch/>
          </p:blipFill>
          <p:spPr bwMode="auto">
            <a:xfrm>
              <a:off x="8388412" y="4297515"/>
              <a:ext cx="555924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 descr="DMAIC - Wikiwand">
              <a:extLst>
                <a:ext uri="{FF2B5EF4-FFF2-40B4-BE49-F238E27FC236}">
                  <a16:creationId xmlns:a16="http://schemas.microsoft.com/office/drawing/2014/main" id="{39EA21E1-1182-4DD9-9E3A-2592FAD2B7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196"/>
            <a:stretch/>
          </p:blipFill>
          <p:spPr bwMode="auto">
            <a:xfrm>
              <a:off x="9500260" y="4297515"/>
              <a:ext cx="1744424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59938595"/>
      </p:ext>
    </p:extLst>
  </p:cSld>
  <p:clrMapOvr>
    <a:masterClrMapping/>
  </p:clrMapOvr>
  <p:transition spd="med"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775630" y="350462"/>
            <a:ext cx="5513567" cy="664521"/>
          </a:xfrm>
          <a:noFill/>
        </p:spPr>
        <p:txBody>
          <a:bodyPr/>
          <a:lstStyle/>
          <a:p>
            <a:pPr eaLnBrk="1" hangingPunct="1"/>
            <a:r>
              <a:rPr lang="en-US" altLang="en-US" sz="3200" kern="1200" dirty="0"/>
              <a:t>Matriz de Causa e </a:t>
            </a:r>
            <a:r>
              <a:rPr lang="en-US" altLang="en-US" sz="3200" kern="1200" dirty="0" err="1"/>
              <a:t>Efeito</a:t>
            </a:r>
            <a:endParaRPr lang="en-US" altLang="en-US" sz="3200" kern="1200" dirty="0"/>
          </a:p>
        </p:txBody>
      </p:sp>
      <p:pic>
        <p:nvPicPr>
          <p:cNvPr id="4" name="Picture 2" descr="When should DMAIC be your go-to problem-solving tool?">
            <a:extLst>
              <a:ext uri="{FF2B5EF4-FFF2-40B4-BE49-F238E27FC236}">
                <a16:creationId xmlns:a16="http://schemas.microsoft.com/office/drawing/2014/main" id="{88334077-2E47-4D68-9A84-6A00AB40E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9039" y="277082"/>
            <a:ext cx="1351291" cy="126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6169AD4-F8FB-4B68-861D-37D45A3FA4BC}"/>
              </a:ext>
            </a:extLst>
          </p:cNvPr>
          <p:cNvGrpSpPr/>
          <p:nvPr/>
        </p:nvGrpSpPr>
        <p:grpSpPr>
          <a:xfrm>
            <a:off x="9064058" y="5508798"/>
            <a:ext cx="2856272" cy="780270"/>
            <a:chOff x="8388412" y="4297515"/>
            <a:chExt cx="2856272" cy="780270"/>
          </a:xfrm>
        </p:grpSpPr>
        <p:pic>
          <p:nvPicPr>
            <p:cNvPr id="6" name="Picture 4" descr="DMAIC - Wikiwand">
              <a:extLst>
                <a:ext uri="{FF2B5EF4-FFF2-40B4-BE49-F238E27FC236}">
                  <a16:creationId xmlns:a16="http://schemas.microsoft.com/office/drawing/2014/main" id="{A545EDC0-AC5D-4A84-9994-956DBF5EAB6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82" r="60159"/>
            <a:stretch/>
          </p:blipFill>
          <p:spPr bwMode="auto">
            <a:xfrm>
              <a:off x="8944336" y="4297515"/>
              <a:ext cx="555924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 descr="DMAIC - Wikiwand">
              <a:extLst>
                <a:ext uri="{FF2B5EF4-FFF2-40B4-BE49-F238E27FC236}">
                  <a16:creationId xmlns:a16="http://schemas.microsoft.com/office/drawing/2014/main" id="{3422B2B1-0E9A-4FAF-A726-1A1608A2D9E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-50000"/>
                      </a14:imgEffect>
                      <a14:imgEffect>
                        <a14:brightnessContrast bright="-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0941"/>
            <a:stretch/>
          </p:blipFill>
          <p:spPr bwMode="auto">
            <a:xfrm>
              <a:off x="8388412" y="4297515"/>
              <a:ext cx="555924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4" descr="DMAIC - Wikiwand">
              <a:extLst>
                <a:ext uri="{FF2B5EF4-FFF2-40B4-BE49-F238E27FC236}">
                  <a16:creationId xmlns:a16="http://schemas.microsoft.com/office/drawing/2014/main" id="{D23AD021-9754-4274-A9F0-6446C0BB3AD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196"/>
            <a:stretch/>
          </p:blipFill>
          <p:spPr bwMode="auto">
            <a:xfrm>
              <a:off x="9500260" y="4297515"/>
              <a:ext cx="1744424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A60BD238-64FD-DE02-328C-70DAF7A9A0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0980" y="1496788"/>
            <a:ext cx="5638138" cy="386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41754"/>
      </p:ext>
    </p:extLst>
  </p:cSld>
  <p:clrMapOvr>
    <a:masterClrMapping/>
  </p:clrMapOvr>
  <p:transition spd="med"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36515" y="362337"/>
            <a:ext cx="9019892" cy="664521"/>
          </a:xfrm>
          <a:noFill/>
        </p:spPr>
        <p:txBody>
          <a:bodyPr/>
          <a:lstStyle/>
          <a:p>
            <a:pPr eaLnBrk="1" hangingPunct="1"/>
            <a:r>
              <a:rPr lang="en-US" altLang="en-US" sz="3200" kern="1200" dirty="0" err="1"/>
              <a:t>Diagrama</a:t>
            </a:r>
            <a:r>
              <a:rPr lang="en-US" altLang="en-US" sz="3200" kern="1200" dirty="0"/>
              <a:t> Causa e </a:t>
            </a:r>
            <a:r>
              <a:rPr lang="en-US" altLang="en-US" sz="3200" kern="1200" dirty="0" err="1"/>
              <a:t>Efeito</a:t>
            </a:r>
            <a:endParaRPr lang="en-US" altLang="en-US" sz="3200" kern="1200" dirty="0"/>
          </a:p>
        </p:txBody>
      </p:sp>
      <p:pic>
        <p:nvPicPr>
          <p:cNvPr id="9" name="Picture 2" descr="When should DMAIC be your go-to problem-solving tool?">
            <a:extLst>
              <a:ext uri="{FF2B5EF4-FFF2-40B4-BE49-F238E27FC236}">
                <a16:creationId xmlns:a16="http://schemas.microsoft.com/office/drawing/2014/main" id="{0446492E-4850-4F9D-96D1-8E1343C94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9039" y="277082"/>
            <a:ext cx="1351291" cy="126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F8B8699-48DF-4A39-B3B2-B5A33136D86F}"/>
              </a:ext>
            </a:extLst>
          </p:cNvPr>
          <p:cNvGrpSpPr/>
          <p:nvPr/>
        </p:nvGrpSpPr>
        <p:grpSpPr>
          <a:xfrm>
            <a:off x="9061333" y="5508798"/>
            <a:ext cx="2858997" cy="780270"/>
            <a:chOff x="9061333" y="5508798"/>
            <a:chExt cx="2858997" cy="780270"/>
          </a:xfrm>
        </p:grpSpPr>
        <p:pic>
          <p:nvPicPr>
            <p:cNvPr id="11" name="Picture 4" descr="DMAIC - Wikiwand">
              <a:extLst>
                <a:ext uri="{FF2B5EF4-FFF2-40B4-BE49-F238E27FC236}">
                  <a16:creationId xmlns:a16="http://schemas.microsoft.com/office/drawing/2014/main" id="{411E1521-E5F9-4790-9BEA-03AC62F26D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82" r="60159"/>
            <a:stretch/>
          </p:blipFill>
          <p:spPr bwMode="auto">
            <a:xfrm>
              <a:off x="9578445" y="5508798"/>
              <a:ext cx="555924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DMAIC - Wikiwand">
              <a:extLst>
                <a:ext uri="{FF2B5EF4-FFF2-40B4-BE49-F238E27FC236}">
                  <a16:creationId xmlns:a16="http://schemas.microsoft.com/office/drawing/2014/main" id="{DED96E3E-5BF0-4248-A5F5-4A778D5DAE4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-50000"/>
                      </a14:imgEffect>
                      <a14:imgEffect>
                        <a14:brightnessContrast bright="-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0941"/>
            <a:stretch/>
          </p:blipFill>
          <p:spPr bwMode="auto">
            <a:xfrm>
              <a:off x="9061333" y="5508798"/>
              <a:ext cx="555924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 descr="DMAIC - Wikiwand">
              <a:extLst>
                <a:ext uri="{FF2B5EF4-FFF2-40B4-BE49-F238E27FC236}">
                  <a16:creationId xmlns:a16="http://schemas.microsoft.com/office/drawing/2014/main" id="{B7673AF4-CE70-4116-878F-4D97E262E64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373"/>
            <a:stretch/>
          </p:blipFill>
          <p:spPr bwMode="auto">
            <a:xfrm>
              <a:off x="10735294" y="5508798"/>
              <a:ext cx="1185036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DMAIC - Wikiwand">
              <a:extLst>
                <a:ext uri="{FF2B5EF4-FFF2-40B4-BE49-F238E27FC236}">
                  <a16:creationId xmlns:a16="http://schemas.microsoft.com/office/drawing/2014/main" id="{F1794798-7BAB-4365-821C-ADED226A55E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196" r="39745"/>
            <a:stretch/>
          </p:blipFill>
          <p:spPr bwMode="auto">
            <a:xfrm>
              <a:off x="10150177" y="5508798"/>
              <a:ext cx="585117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F89AFEE-C791-C83E-5706-5C767573E105}"/>
              </a:ext>
            </a:extLst>
          </p:cNvPr>
          <p:cNvGrpSpPr/>
          <p:nvPr/>
        </p:nvGrpSpPr>
        <p:grpSpPr>
          <a:xfrm>
            <a:off x="1087125" y="1723632"/>
            <a:ext cx="7765858" cy="3580863"/>
            <a:chOff x="3195803" y="2109355"/>
            <a:chExt cx="5593681" cy="3127661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E57B37D-6ECB-EEA2-3056-193864C8AE27}"/>
                </a:ext>
              </a:extLst>
            </p:cNvPr>
            <p:cNvCxnSpPr/>
            <p:nvPr/>
          </p:nvCxnSpPr>
          <p:spPr>
            <a:xfrm>
              <a:off x="4693268" y="3652531"/>
              <a:ext cx="0" cy="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979BA02-87C3-CD97-CA45-C81A1ADCE2D0}"/>
                </a:ext>
              </a:extLst>
            </p:cNvPr>
            <p:cNvCxnSpPr/>
            <p:nvPr/>
          </p:nvCxnSpPr>
          <p:spPr>
            <a:xfrm flipH="1" flipV="1">
              <a:off x="6680857" y="2351813"/>
              <a:ext cx="939143" cy="1311113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D18A0FA-C774-744E-4FB9-1D330A042D09}"/>
                </a:ext>
              </a:extLst>
            </p:cNvPr>
            <p:cNvCxnSpPr/>
            <p:nvPr/>
          </p:nvCxnSpPr>
          <p:spPr>
            <a:xfrm flipH="1" flipV="1">
              <a:off x="5461657" y="2351813"/>
              <a:ext cx="939143" cy="1311113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6C5C969-5E7B-C8C4-E1D4-1F0AD2E5D80F}"/>
                </a:ext>
              </a:extLst>
            </p:cNvPr>
            <p:cNvCxnSpPr/>
            <p:nvPr/>
          </p:nvCxnSpPr>
          <p:spPr>
            <a:xfrm flipH="1" flipV="1">
              <a:off x="4128596" y="2351813"/>
              <a:ext cx="939143" cy="1311113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17C83F5-BC40-2D7D-36B4-0AAC92144442}"/>
                </a:ext>
              </a:extLst>
            </p:cNvPr>
            <p:cNvSpPr/>
            <p:nvPr/>
          </p:nvSpPr>
          <p:spPr>
            <a:xfrm>
              <a:off x="7730018" y="3200399"/>
              <a:ext cx="1059466" cy="9144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spcFirstLastPara="0" vert="horz" wrap="square" lIns="7620" tIns="7620" rIns="7620" bIns="7620" numCol="1" spcCol="1270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5334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pt-BR" sz="1100" b="1" kern="0" dirty="0">
                  <a:latin typeface="Calibri"/>
                </a:rPr>
                <a:t>Baixa eficiência no processo de impressão e organização das NFs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3797268-68F0-370F-8673-63F337C38B3A}"/>
                </a:ext>
              </a:extLst>
            </p:cNvPr>
            <p:cNvCxnSpPr/>
            <p:nvPr/>
          </p:nvCxnSpPr>
          <p:spPr>
            <a:xfrm flipV="1">
              <a:off x="4128592" y="3662922"/>
              <a:ext cx="940166" cy="1311114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093AEE-D285-9F8E-46EB-6AB2BC197763}"/>
                </a:ext>
              </a:extLst>
            </p:cNvPr>
            <p:cNvCxnSpPr/>
            <p:nvPr/>
          </p:nvCxnSpPr>
          <p:spPr>
            <a:xfrm flipV="1">
              <a:off x="5460630" y="3662922"/>
              <a:ext cx="940166" cy="1311114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9A677DE-2D5D-00B7-5EB4-744B1A04D7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62401" y="3652667"/>
              <a:ext cx="3767617" cy="5067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9C1D58F-9367-B40C-06C1-88425F84841C}"/>
                </a:ext>
              </a:extLst>
            </p:cNvPr>
            <p:cNvCxnSpPr/>
            <p:nvPr/>
          </p:nvCxnSpPr>
          <p:spPr>
            <a:xfrm flipV="1">
              <a:off x="6665170" y="3662922"/>
              <a:ext cx="940166" cy="1311114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08923D07-DB3C-6360-BAC6-BE69422F9B49}"/>
                </a:ext>
              </a:extLst>
            </p:cNvPr>
            <p:cNvSpPr/>
            <p:nvPr/>
          </p:nvSpPr>
          <p:spPr>
            <a:xfrm>
              <a:off x="3595293" y="2109356"/>
              <a:ext cx="1050901" cy="273373"/>
            </a:xfrm>
            <a:custGeom>
              <a:avLst/>
              <a:gdLst>
                <a:gd name="connsiteX0" fmla="*/ 0 w 1026158"/>
                <a:gd name="connsiteY0" fmla="*/ 0 h 513079"/>
                <a:gd name="connsiteX1" fmla="*/ 1026158 w 1026158"/>
                <a:gd name="connsiteY1" fmla="*/ 0 h 513079"/>
                <a:gd name="connsiteX2" fmla="*/ 1026158 w 1026158"/>
                <a:gd name="connsiteY2" fmla="*/ 513079 h 513079"/>
                <a:gd name="connsiteX3" fmla="*/ 0 w 1026158"/>
                <a:gd name="connsiteY3" fmla="*/ 513079 h 513079"/>
                <a:gd name="connsiteX4" fmla="*/ 0 w 1026158"/>
                <a:gd name="connsiteY4" fmla="*/ 0 h 51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158" h="513079">
                  <a:moveTo>
                    <a:pt x="0" y="0"/>
                  </a:moveTo>
                  <a:lnTo>
                    <a:pt x="1026158" y="0"/>
                  </a:lnTo>
                  <a:lnTo>
                    <a:pt x="1026158" y="513079"/>
                  </a:lnTo>
                  <a:lnTo>
                    <a:pt x="0" y="51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spcFirstLastPara="0" vert="horz" wrap="square" lIns="7620" tIns="7620" rIns="7620" bIns="7620" numCol="1" spcCol="1270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5334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pt-BR" sz="1100" b="1" kern="0" dirty="0">
                  <a:latin typeface="Calibri"/>
                </a:rPr>
                <a:t>PESSOA</a:t>
              </a:r>
              <a:endParaRPr lang="pt-BR" sz="1050" b="1" kern="0" dirty="0">
                <a:latin typeface="Calibri"/>
              </a:endParaRPr>
            </a:p>
          </p:txBody>
        </p:sp>
        <p:sp>
          <p:nvSpPr>
            <p:cNvPr id="19" name="Freeform 29">
              <a:extLst>
                <a:ext uri="{FF2B5EF4-FFF2-40B4-BE49-F238E27FC236}">
                  <a16:creationId xmlns:a16="http://schemas.microsoft.com/office/drawing/2014/main" id="{B53D4AF0-28A1-4D12-E90D-4D515C051505}"/>
                </a:ext>
              </a:extLst>
            </p:cNvPr>
            <p:cNvSpPr/>
            <p:nvPr/>
          </p:nvSpPr>
          <p:spPr>
            <a:xfrm>
              <a:off x="4960601" y="2109355"/>
              <a:ext cx="1050901" cy="273373"/>
            </a:xfrm>
            <a:custGeom>
              <a:avLst/>
              <a:gdLst>
                <a:gd name="connsiteX0" fmla="*/ 0 w 1026158"/>
                <a:gd name="connsiteY0" fmla="*/ 0 h 513079"/>
                <a:gd name="connsiteX1" fmla="*/ 1026158 w 1026158"/>
                <a:gd name="connsiteY1" fmla="*/ 0 h 513079"/>
                <a:gd name="connsiteX2" fmla="*/ 1026158 w 1026158"/>
                <a:gd name="connsiteY2" fmla="*/ 513079 h 513079"/>
                <a:gd name="connsiteX3" fmla="*/ 0 w 1026158"/>
                <a:gd name="connsiteY3" fmla="*/ 513079 h 513079"/>
                <a:gd name="connsiteX4" fmla="*/ 0 w 1026158"/>
                <a:gd name="connsiteY4" fmla="*/ 0 h 51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158" h="513079">
                  <a:moveTo>
                    <a:pt x="0" y="0"/>
                  </a:moveTo>
                  <a:lnTo>
                    <a:pt x="1026158" y="0"/>
                  </a:lnTo>
                  <a:lnTo>
                    <a:pt x="1026158" y="513079"/>
                  </a:lnTo>
                  <a:lnTo>
                    <a:pt x="0" y="51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spcFirstLastPara="0" vert="horz" wrap="square" lIns="7620" tIns="7620" rIns="7620" bIns="7620" numCol="1" spcCol="1270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5334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pt-BR" sz="1100" b="1" kern="0" dirty="0">
                  <a:latin typeface="Calibri"/>
                </a:rPr>
                <a:t>MÉTODO</a:t>
              </a:r>
              <a:endParaRPr lang="pt-BR" sz="1050" b="1" kern="0" dirty="0">
                <a:latin typeface="Calibri"/>
              </a:endParaRPr>
            </a:p>
          </p:txBody>
        </p:sp>
        <p:sp>
          <p:nvSpPr>
            <p:cNvPr id="20" name="Freeform 30">
              <a:extLst>
                <a:ext uri="{FF2B5EF4-FFF2-40B4-BE49-F238E27FC236}">
                  <a16:creationId xmlns:a16="http://schemas.microsoft.com/office/drawing/2014/main" id="{5FE8D85B-C9B9-60B7-0D33-EE7F88DE0730}"/>
                </a:ext>
              </a:extLst>
            </p:cNvPr>
            <p:cNvSpPr/>
            <p:nvPr/>
          </p:nvSpPr>
          <p:spPr>
            <a:xfrm>
              <a:off x="6203144" y="2109356"/>
              <a:ext cx="1050901" cy="273373"/>
            </a:xfrm>
            <a:custGeom>
              <a:avLst/>
              <a:gdLst>
                <a:gd name="connsiteX0" fmla="*/ 0 w 1026158"/>
                <a:gd name="connsiteY0" fmla="*/ 0 h 513079"/>
                <a:gd name="connsiteX1" fmla="*/ 1026158 w 1026158"/>
                <a:gd name="connsiteY1" fmla="*/ 0 h 513079"/>
                <a:gd name="connsiteX2" fmla="*/ 1026158 w 1026158"/>
                <a:gd name="connsiteY2" fmla="*/ 513079 h 513079"/>
                <a:gd name="connsiteX3" fmla="*/ 0 w 1026158"/>
                <a:gd name="connsiteY3" fmla="*/ 513079 h 513079"/>
                <a:gd name="connsiteX4" fmla="*/ 0 w 1026158"/>
                <a:gd name="connsiteY4" fmla="*/ 0 h 51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158" h="513079">
                  <a:moveTo>
                    <a:pt x="0" y="0"/>
                  </a:moveTo>
                  <a:lnTo>
                    <a:pt x="1026158" y="0"/>
                  </a:lnTo>
                  <a:lnTo>
                    <a:pt x="1026158" y="513079"/>
                  </a:lnTo>
                  <a:lnTo>
                    <a:pt x="0" y="51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spcFirstLastPara="0" vert="horz" wrap="square" lIns="7620" tIns="7620" rIns="7620" bIns="7620" numCol="1" spcCol="1270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5334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pt-BR" sz="1100" b="1" kern="0" dirty="0">
                  <a:latin typeface="Calibri"/>
                </a:rPr>
                <a:t>MÁQUINA</a:t>
              </a:r>
              <a:endParaRPr lang="pt-BR" sz="1050" b="1" kern="0" dirty="0">
                <a:latin typeface="Calibri"/>
              </a:endParaRPr>
            </a:p>
          </p:txBody>
        </p:sp>
        <p:sp>
          <p:nvSpPr>
            <p:cNvPr id="21" name="Freeform 31">
              <a:extLst>
                <a:ext uri="{FF2B5EF4-FFF2-40B4-BE49-F238E27FC236}">
                  <a16:creationId xmlns:a16="http://schemas.microsoft.com/office/drawing/2014/main" id="{CE7E24E6-5A2B-C687-8ADD-5E52F097ACAC}"/>
                </a:ext>
              </a:extLst>
            </p:cNvPr>
            <p:cNvSpPr/>
            <p:nvPr/>
          </p:nvSpPr>
          <p:spPr>
            <a:xfrm>
              <a:off x="3595293" y="4953254"/>
              <a:ext cx="1050901" cy="273373"/>
            </a:xfrm>
            <a:custGeom>
              <a:avLst/>
              <a:gdLst>
                <a:gd name="connsiteX0" fmla="*/ 0 w 1026158"/>
                <a:gd name="connsiteY0" fmla="*/ 0 h 513079"/>
                <a:gd name="connsiteX1" fmla="*/ 1026158 w 1026158"/>
                <a:gd name="connsiteY1" fmla="*/ 0 h 513079"/>
                <a:gd name="connsiteX2" fmla="*/ 1026158 w 1026158"/>
                <a:gd name="connsiteY2" fmla="*/ 513079 h 513079"/>
                <a:gd name="connsiteX3" fmla="*/ 0 w 1026158"/>
                <a:gd name="connsiteY3" fmla="*/ 513079 h 513079"/>
                <a:gd name="connsiteX4" fmla="*/ 0 w 1026158"/>
                <a:gd name="connsiteY4" fmla="*/ 0 h 51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158" h="513079">
                  <a:moveTo>
                    <a:pt x="0" y="0"/>
                  </a:moveTo>
                  <a:lnTo>
                    <a:pt x="1026158" y="0"/>
                  </a:lnTo>
                  <a:lnTo>
                    <a:pt x="1026158" y="513079"/>
                  </a:lnTo>
                  <a:lnTo>
                    <a:pt x="0" y="51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spcFirstLastPara="0" vert="horz" wrap="square" lIns="7620" tIns="7620" rIns="7620" bIns="7620" numCol="1" spcCol="1270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5334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pt-BR" sz="1100" b="1" kern="0" dirty="0">
                  <a:latin typeface="Calibri"/>
                </a:rPr>
                <a:t>MATERIAL</a:t>
              </a:r>
              <a:endParaRPr lang="pt-BR" sz="1050" b="1" kern="0" dirty="0">
                <a:latin typeface="Calibri"/>
              </a:endParaRPr>
            </a:p>
          </p:txBody>
        </p:sp>
        <p:sp>
          <p:nvSpPr>
            <p:cNvPr id="22" name="Freeform 32">
              <a:extLst>
                <a:ext uri="{FF2B5EF4-FFF2-40B4-BE49-F238E27FC236}">
                  <a16:creationId xmlns:a16="http://schemas.microsoft.com/office/drawing/2014/main" id="{AD123255-6D1C-67F6-216E-929C058C1BC3}"/>
                </a:ext>
              </a:extLst>
            </p:cNvPr>
            <p:cNvSpPr/>
            <p:nvPr/>
          </p:nvSpPr>
          <p:spPr>
            <a:xfrm>
              <a:off x="4960600" y="4953254"/>
              <a:ext cx="1050901" cy="273373"/>
            </a:xfrm>
            <a:custGeom>
              <a:avLst/>
              <a:gdLst>
                <a:gd name="connsiteX0" fmla="*/ 0 w 1026158"/>
                <a:gd name="connsiteY0" fmla="*/ 0 h 513079"/>
                <a:gd name="connsiteX1" fmla="*/ 1026158 w 1026158"/>
                <a:gd name="connsiteY1" fmla="*/ 0 h 513079"/>
                <a:gd name="connsiteX2" fmla="*/ 1026158 w 1026158"/>
                <a:gd name="connsiteY2" fmla="*/ 513079 h 513079"/>
                <a:gd name="connsiteX3" fmla="*/ 0 w 1026158"/>
                <a:gd name="connsiteY3" fmla="*/ 513079 h 513079"/>
                <a:gd name="connsiteX4" fmla="*/ 0 w 1026158"/>
                <a:gd name="connsiteY4" fmla="*/ 0 h 51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158" h="513079">
                  <a:moveTo>
                    <a:pt x="0" y="0"/>
                  </a:moveTo>
                  <a:lnTo>
                    <a:pt x="1026158" y="0"/>
                  </a:lnTo>
                  <a:lnTo>
                    <a:pt x="1026158" y="513079"/>
                  </a:lnTo>
                  <a:lnTo>
                    <a:pt x="0" y="51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spcFirstLastPara="0" vert="horz" wrap="square" lIns="7620" tIns="7620" rIns="7620" bIns="7620" numCol="1" spcCol="1270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5334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pt-BR" sz="1100" b="1" kern="0" dirty="0">
                  <a:latin typeface="Calibri"/>
                </a:rPr>
                <a:t>MEDIÇÃO</a:t>
              </a:r>
              <a:endParaRPr lang="pt-BR" sz="1050" b="1" kern="0" dirty="0">
                <a:latin typeface="Calibri"/>
              </a:endParaRPr>
            </a:p>
          </p:txBody>
        </p:sp>
        <p:sp>
          <p:nvSpPr>
            <p:cNvPr id="23" name="Freeform 33">
              <a:extLst>
                <a:ext uri="{FF2B5EF4-FFF2-40B4-BE49-F238E27FC236}">
                  <a16:creationId xmlns:a16="http://schemas.microsoft.com/office/drawing/2014/main" id="{92280417-D002-AEF7-72DA-950F5B1D92D9}"/>
                </a:ext>
              </a:extLst>
            </p:cNvPr>
            <p:cNvSpPr/>
            <p:nvPr/>
          </p:nvSpPr>
          <p:spPr>
            <a:xfrm>
              <a:off x="6203144" y="4963643"/>
              <a:ext cx="1050901" cy="273373"/>
            </a:xfrm>
            <a:custGeom>
              <a:avLst/>
              <a:gdLst>
                <a:gd name="connsiteX0" fmla="*/ 0 w 1026158"/>
                <a:gd name="connsiteY0" fmla="*/ 0 h 513079"/>
                <a:gd name="connsiteX1" fmla="*/ 1026158 w 1026158"/>
                <a:gd name="connsiteY1" fmla="*/ 0 h 513079"/>
                <a:gd name="connsiteX2" fmla="*/ 1026158 w 1026158"/>
                <a:gd name="connsiteY2" fmla="*/ 513079 h 513079"/>
                <a:gd name="connsiteX3" fmla="*/ 0 w 1026158"/>
                <a:gd name="connsiteY3" fmla="*/ 513079 h 513079"/>
                <a:gd name="connsiteX4" fmla="*/ 0 w 1026158"/>
                <a:gd name="connsiteY4" fmla="*/ 0 h 51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158" h="513079">
                  <a:moveTo>
                    <a:pt x="0" y="0"/>
                  </a:moveTo>
                  <a:lnTo>
                    <a:pt x="1026158" y="0"/>
                  </a:lnTo>
                  <a:lnTo>
                    <a:pt x="1026158" y="513079"/>
                  </a:lnTo>
                  <a:lnTo>
                    <a:pt x="0" y="51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spcFirstLastPara="0" vert="horz" wrap="square" lIns="7620" tIns="7620" rIns="7620" bIns="7620" numCol="1" spcCol="1270" anchor="ctr" anchorCtr="0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5334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pt-BR" sz="1100" b="1" kern="0" dirty="0">
                  <a:latin typeface="Calibri"/>
                </a:rPr>
                <a:t>AMBIENTE</a:t>
              </a:r>
              <a:endParaRPr lang="pt-BR" sz="1050" b="1" kern="0" dirty="0">
                <a:latin typeface="Calibri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C744DB2-D5C3-7176-E540-64730E41DF14}"/>
                </a:ext>
              </a:extLst>
            </p:cNvPr>
            <p:cNvGrpSpPr/>
            <p:nvPr/>
          </p:nvGrpSpPr>
          <p:grpSpPr>
            <a:xfrm>
              <a:off x="3388857" y="2682480"/>
              <a:ext cx="1209312" cy="362912"/>
              <a:chOff x="1184162" y="2382770"/>
              <a:chExt cx="592683" cy="362912"/>
            </a:xfrm>
          </p:grpSpPr>
          <p:sp>
            <p:nvSpPr>
              <p:cNvPr id="25639" name="TextBox 95">
                <a:extLst>
                  <a:ext uri="{FF2B5EF4-FFF2-40B4-BE49-F238E27FC236}">
                    <a16:creationId xmlns:a16="http://schemas.microsoft.com/office/drawing/2014/main" id="{3C852607-D63D-85E3-5655-B8A5FE5A9D92}"/>
                  </a:ext>
                </a:extLst>
              </p:cNvPr>
              <p:cNvSpPr txBox="1"/>
              <p:nvPr/>
            </p:nvSpPr>
            <p:spPr>
              <a:xfrm>
                <a:off x="1184162" y="2382770"/>
                <a:ext cx="533400" cy="362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pt-BR" sz="1050" kern="0" dirty="0">
                    <a:solidFill>
                      <a:prstClr val="black"/>
                    </a:solidFill>
                    <a:latin typeface="Calibri"/>
                  </a:rPr>
                  <a:t>Dependência de intervenção manual</a:t>
                </a:r>
              </a:p>
            </p:txBody>
          </p:sp>
          <p:cxnSp>
            <p:nvCxnSpPr>
              <p:cNvPr id="25640" name="Straight Arrow Connector 25639">
                <a:extLst>
                  <a:ext uri="{FF2B5EF4-FFF2-40B4-BE49-F238E27FC236}">
                    <a16:creationId xmlns:a16="http://schemas.microsoft.com/office/drawing/2014/main" id="{584C0814-A6F0-C9DD-4517-C1169D8FA14A}"/>
                  </a:ext>
                </a:extLst>
              </p:cNvPr>
              <p:cNvCxnSpPr/>
              <p:nvPr/>
            </p:nvCxnSpPr>
            <p:spPr>
              <a:xfrm>
                <a:off x="1291937" y="2732809"/>
                <a:ext cx="48490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63C6051-AB71-9E4A-85D4-7D8BAA8324B7}"/>
                </a:ext>
              </a:extLst>
            </p:cNvPr>
            <p:cNvGrpSpPr/>
            <p:nvPr/>
          </p:nvGrpSpPr>
          <p:grpSpPr>
            <a:xfrm>
              <a:off x="5289630" y="2997512"/>
              <a:ext cx="937018" cy="504045"/>
              <a:chOff x="1371535" y="2450586"/>
              <a:chExt cx="457231" cy="504045"/>
            </a:xfrm>
          </p:grpSpPr>
          <p:sp>
            <p:nvSpPr>
              <p:cNvPr id="25637" name="TextBox 93">
                <a:extLst>
                  <a:ext uri="{FF2B5EF4-FFF2-40B4-BE49-F238E27FC236}">
                    <a16:creationId xmlns:a16="http://schemas.microsoft.com/office/drawing/2014/main" id="{D0E947D6-0796-98B8-4953-1BB2D594E3A4}"/>
                  </a:ext>
                </a:extLst>
              </p:cNvPr>
              <p:cNvSpPr txBox="1"/>
              <p:nvPr/>
            </p:nvSpPr>
            <p:spPr>
              <a:xfrm>
                <a:off x="1371535" y="2450586"/>
                <a:ext cx="433635" cy="504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pt-BR" sz="1050" kern="0" dirty="0">
                    <a:solidFill>
                      <a:prstClr val="black"/>
                    </a:solidFill>
                    <a:latin typeface="Calibri"/>
                  </a:rPr>
                  <a:t>Execução varia conforme o cenário (?)</a:t>
                </a:r>
              </a:p>
            </p:txBody>
          </p:sp>
          <p:cxnSp>
            <p:nvCxnSpPr>
              <p:cNvPr id="25638" name="Straight Arrow Connector 25637">
                <a:extLst>
                  <a:ext uri="{FF2B5EF4-FFF2-40B4-BE49-F238E27FC236}">
                    <a16:creationId xmlns:a16="http://schemas.microsoft.com/office/drawing/2014/main" id="{BE119391-E678-8B6A-10F5-8EEB140B7D6A}"/>
                  </a:ext>
                </a:extLst>
              </p:cNvPr>
              <p:cNvCxnSpPr/>
              <p:nvPr/>
            </p:nvCxnSpPr>
            <p:spPr>
              <a:xfrm>
                <a:off x="1391023" y="2942013"/>
                <a:ext cx="437743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7F17030-7C64-3D13-B333-91C907256496}"/>
                </a:ext>
              </a:extLst>
            </p:cNvPr>
            <p:cNvGrpSpPr/>
            <p:nvPr/>
          </p:nvGrpSpPr>
          <p:grpSpPr>
            <a:xfrm>
              <a:off x="3195803" y="4321701"/>
              <a:ext cx="1127824" cy="504045"/>
              <a:chOff x="1218606" y="2249699"/>
              <a:chExt cx="596485" cy="504045"/>
            </a:xfrm>
          </p:grpSpPr>
          <p:sp>
            <p:nvSpPr>
              <p:cNvPr id="25635" name="TextBox 91">
                <a:extLst>
                  <a:ext uri="{FF2B5EF4-FFF2-40B4-BE49-F238E27FC236}">
                    <a16:creationId xmlns:a16="http://schemas.microsoft.com/office/drawing/2014/main" id="{D3910543-B0EC-45C4-6081-10DF2FAAC583}"/>
                  </a:ext>
                </a:extLst>
              </p:cNvPr>
              <p:cNvSpPr txBox="1"/>
              <p:nvPr/>
            </p:nvSpPr>
            <p:spPr>
              <a:xfrm>
                <a:off x="1218606" y="2249699"/>
                <a:ext cx="596485" cy="504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pt-BR" sz="1050" kern="0" dirty="0">
                    <a:solidFill>
                      <a:prstClr val="black"/>
                    </a:solidFill>
                    <a:latin typeface="Calibri"/>
                  </a:rPr>
                  <a:t>Necessidade de reorganização manual dos documentos</a:t>
                </a:r>
              </a:p>
            </p:txBody>
          </p:sp>
          <p:cxnSp>
            <p:nvCxnSpPr>
              <p:cNvPr id="25636" name="Straight Arrow Connector 25635">
                <a:extLst>
                  <a:ext uri="{FF2B5EF4-FFF2-40B4-BE49-F238E27FC236}">
                    <a16:creationId xmlns:a16="http://schemas.microsoft.com/office/drawing/2014/main" id="{5B2AD3C8-78D5-BA61-21BB-F2E08DE71CAE}"/>
                  </a:ext>
                </a:extLst>
              </p:cNvPr>
              <p:cNvCxnSpPr/>
              <p:nvPr/>
            </p:nvCxnSpPr>
            <p:spPr>
              <a:xfrm>
                <a:off x="1287107" y="2732809"/>
                <a:ext cx="466435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9FABD37-E06A-FC45-0F33-0258A82466FC}"/>
                </a:ext>
              </a:extLst>
            </p:cNvPr>
            <p:cNvGrpSpPr/>
            <p:nvPr/>
          </p:nvGrpSpPr>
          <p:grpSpPr>
            <a:xfrm>
              <a:off x="5067739" y="3748753"/>
              <a:ext cx="1087898" cy="504045"/>
              <a:chOff x="1366105" y="2232033"/>
              <a:chExt cx="474197" cy="504045"/>
            </a:xfrm>
          </p:grpSpPr>
          <p:sp>
            <p:nvSpPr>
              <p:cNvPr id="25633" name="TextBox 89">
                <a:extLst>
                  <a:ext uri="{FF2B5EF4-FFF2-40B4-BE49-F238E27FC236}">
                    <a16:creationId xmlns:a16="http://schemas.microsoft.com/office/drawing/2014/main" id="{14B37612-9E0B-402F-185E-EFECF0CEA8B9}"/>
                  </a:ext>
                </a:extLst>
              </p:cNvPr>
              <p:cNvSpPr txBox="1"/>
              <p:nvPr/>
            </p:nvSpPr>
            <p:spPr>
              <a:xfrm>
                <a:off x="1366105" y="2232033"/>
                <a:ext cx="474197" cy="504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pt-BR" sz="1050" kern="0" dirty="0">
                    <a:solidFill>
                      <a:prstClr val="black"/>
                    </a:solidFill>
                    <a:latin typeface="Calibri"/>
                  </a:rPr>
                  <a:t>Ausência de indicadores de eficiência da expedição</a:t>
                </a:r>
              </a:p>
            </p:txBody>
          </p:sp>
          <p:cxnSp>
            <p:nvCxnSpPr>
              <p:cNvPr id="25634" name="Straight Arrow Connector 25633">
                <a:extLst>
                  <a:ext uri="{FF2B5EF4-FFF2-40B4-BE49-F238E27FC236}">
                    <a16:creationId xmlns:a16="http://schemas.microsoft.com/office/drawing/2014/main" id="{DA42C1A7-45C1-F19D-8A68-09F55F7116D6}"/>
                  </a:ext>
                </a:extLst>
              </p:cNvPr>
              <p:cNvCxnSpPr/>
              <p:nvPr/>
            </p:nvCxnSpPr>
            <p:spPr>
              <a:xfrm>
                <a:off x="1428630" y="2732809"/>
                <a:ext cx="30931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4C8B6A9-1775-50A1-299B-2617210540B3}"/>
                </a:ext>
              </a:extLst>
            </p:cNvPr>
            <p:cNvGrpSpPr/>
            <p:nvPr/>
          </p:nvGrpSpPr>
          <p:grpSpPr>
            <a:xfrm>
              <a:off x="4536556" y="2406553"/>
              <a:ext cx="1055514" cy="504044"/>
              <a:chOff x="914912" y="2537358"/>
              <a:chExt cx="676145" cy="504044"/>
            </a:xfrm>
          </p:grpSpPr>
          <p:sp>
            <p:nvSpPr>
              <p:cNvPr id="25631" name="TextBox 87">
                <a:extLst>
                  <a:ext uri="{FF2B5EF4-FFF2-40B4-BE49-F238E27FC236}">
                    <a16:creationId xmlns:a16="http://schemas.microsoft.com/office/drawing/2014/main" id="{AC408357-11FA-B35A-EBFA-D4869DBE563E}"/>
                  </a:ext>
                </a:extLst>
              </p:cNvPr>
              <p:cNvSpPr txBox="1"/>
              <p:nvPr/>
            </p:nvSpPr>
            <p:spPr>
              <a:xfrm>
                <a:off x="934988" y="2537358"/>
                <a:ext cx="656069" cy="504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pt-BR" sz="1050" kern="0" dirty="0">
                    <a:solidFill>
                      <a:prstClr val="black"/>
                    </a:solidFill>
                    <a:latin typeface="Calibri"/>
                  </a:rPr>
                  <a:t>Funcionários precisam reorganizar as NFs manualmente</a:t>
                </a:r>
              </a:p>
            </p:txBody>
          </p:sp>
          <p:cxnSp>
            <p:nvCxnSpPr>
              <p:cNvPr id="25632" name="Straight Arrow Connector 25631">
                <a:extLst>
                  <a:ext uri="{FF2B5EF4-FFF2-40B4-BE49-F238E27FC236}">
                    <a16:creationId xmlns:a16="http://schemas.microsoft.com/office/drawing/2014/main" id="{16F965DC-660C-C71D-EBB6-85941FF867D4}"/>
                  </a:ext>
                </a:extLst>
              </p:cNvPr>
              <p:cNvCxnSpPr/>
              <p:nvPr/>
            </p:nvCxnSpPr>
            <p:spPr>
              <a:xfrm flipH="1">
                <a:off x="914912" y="3021034"/>
                <a:ext cx="458801" cy="1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E1F230B-59EB-EDDC-4ECC-388F63AF95E8}"/>
                </a:ext>
              </a:extLst>
            </p:cNvPr>
            <p:cNvGrpSpPr/>
            <p:nvPr/>
          </p:nvGrpSpPr>
          <p:grpSpPr>
            <a:xfrm>
              <a:off x="5851888" y="2352954"/>
              <a:ext cx="1120984" cy="504045"/>
              <a:chOff x="936555" y="2291291"/>
              <a:chExt cx="547888" cy="504045"/>
            </a:xfrm>
          </p:grpSpPr>
          <p:sp>
            <p:nvSpPr>
              <p:cNvPr id="25629" name="TextBox 85">
                <a:extLst>
                  <a:ext uri="{FF2B5EF4-FFF2-40B4-BE49-F238E27FC236}">
                    <a16:creationId xmlns:a16="http://schemas.microsoft.com/office/drawing/2014/main" id="{6D9E0750-8FB6-A459-7E8F-E920D3B9FBB1}"/>
                  </a:ext>
                </a:extLst>
              </p:cNvPr>
              <p:cNvSpPr txBox="1"/>
              <p:nvPr/>
            </p:nvSpPr>
            <p:spPr>
              <a:xfrm>
                <a:off x="951043" y="2291291"/>
                <a:ext cx="533400" cy="504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pt-BR" sz="1050" kern="0" dirty="0">
                    <a:solidFill>
                      <a:prstClr val="black"/>
                    </a:solidFill>
                    <a:latin typeface="Calibri"/>
                  </a:rPr>
                  <a:t>Falta de método automático de organização</a:t>
                </a:r>
              </a:p>
            </p:txBody>
          </p:sp>
          <p:cxnSp>
            <p:nvCxnSpPr>
              <p:cNvPr id="25630" name="Straight Arrow Connector 25629">
                <a:extLst>
                  <a:ext uri="{FF2B5EF4-FFF2-40B4-BE49-F238E27FC236}">
                    <a16:creationId xmlns:a16="http://schemas.microsoft.com/office/drawing/2014/main" id="{6E15B9AF-3F6D-9922-7B2B-9C870961C46D}"/>
                  </a:ext>
                </a:extLst>
              </p:cNvPr>
              <p:cNvCxnSpPr/>
              <p:nvPr/>
            </p:nvCxnSpPr>
            <p:spPr>
              <a:xfrm flipH="1">
                <a:off x="936555" y="2777952"/>
                <a:ext cx="416210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9ACFECC-0EBC-FBD1-A686-8D5B6393DEB6}"/>
                </a:ext>
              </a:extLst>
            </p:cNvPr>
            <p:cNvGrpSpPr/>
            <p:nvPr/>
          </p:nvGrpSpPr>
          <p:grpSpPr>
            <a:xfrm>
              <a:off x="7099967" y="2538782"/>
              <a:ext cx="1500412" cy="240233"/>
              <a:chOff x="917309" y="2503779"/>
              <a:chExt cx="604571" cy="240233"/>
            </a:xfrm>
          </p:grpSpPr>
          <p:sp>
            <p:nvSpPr>
              <p:cNvPr id="25627" name="TextBox 83">
                <a:extLst>
                  <a:ext uri="{FF2B5EF4-FFF2-40B4-BE49-F238E27FC236}">
                    <a16:creationId xmlns:a16="http://schemas.microsoft.com/office/drawing/2014/main" id="{2404B019-D82B-5D20-7741-CB4C8037FE6E}"/>
                  </a:ext>
                </a:extLst>
              </p:cNvPr>
              <p:cNvSpPr txBox="1"/>
              <p:nvPr/>
            </p:nvSpPr>
            <p:spPr>
              <a:xfrm>
                <a:off x="930607" y="2503779"/>
                <a:ext cx="591273" cy="221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pt-BR" sz="1050" kern="0" dirty="0">
                    <a:solidFill>
                      <a:prstClr val="black"/>
                    </a:solidFill>
                    <a:latin typeface="Calibri"/>
                  </a:rPr>
                  <a:t>Falha na automação da macro</a:t>
                </a:r>
              </a:p>
            </p:txBody>
          </p:sp>
          <p:cxnSp>
            <p:nvCxnSpPr>
              <p:cNvPr id="25628" name="Straight Arrow Connector 25627">
                <a:extLst>
                  <a:ext uri="{FF2B5EF4-FFF2-40B4-BE49-F238E27FC236}">
                    <a16:creationId xmlns:a16="http://schemas.microsoft.com/office/drawing/2014/main" id="{BB9F5095-21EA-9C8E-4238-E2B361E288AD}"/>
                  </a:ext>
                </a:extLst>
              </p:cNvPr>
              <p:cNvCxnSpPr/>
              <p:nvPr/>
            </p:nvCxnSpPr>
            <p:spPr>
              <a:xfrm flipH="1">
                <a:off x="917309" y="2744012"/>
                <a:ext cx="438092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02240BF-BF91-BF32-6604-3D62D68E0E84}"/>
                </a:ext>
              </a:extLst>
            </p:cNvPr>
            <p:cNvGrpSpPr/>
            <p:nvPr/>
          </p:nvGrpSpPr>
          <p:grpSpPr>
            <a:xfrm>
              <a:off x="7063516" y="4122113"/>
              <a:ext cx="1629256" cy="364708"/>
              <a:chOff x="917309" y="2379304"/>
              <a:chExt cx="702436" cy="364708"/>
            </a:xfrm>
          </p:grpSpPr>
          <p:sp>
            <p:nvSpPr>
              <p:cNvPr id="25625" name="TextBox 81">
                <a:extLst>
                  <a:ext uri="{FF2B5EF4-FFF2-40B4-BE49-F238E27FC236}">
                    <a16:creationId xmlns:a16="http://schemas.microsoft.com/office/drawing/2014/main" id="{148134C2-8728-B302-B17F-D7EBF5D36C10}"/>
                  </a:ext>
                </a:extLst>
              </p:cNvPr>
              <p:cNvSpPr txBox="1"/>
              <p:nvPr/>
            </p:nvSpPr>
            <p:spPr>
              <a:xfrm>
                <a:off x="997852" y="2379304"/>
                <a:ext cx="621893" cy="362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pt-BR" sz="1050" kern="0" dirty="0">
                    <a:solidFill>
                      <a:prstClr val="black"/>
                    </a:solidFill>
                    <a:latin typeface="Calibri"/>
                  </a:rPr>
                  <a:t>Pressão por agilidade na expedição</a:t>
                </a:r>
              </a:p>
            </p:txBody>
          </p:sp>
          <p:cxnSp>
            <p:nvCxnSpPr>
              <p:cNvPr id="25626" name="Straight Arrow Connector 25625">
                <a:extLst>
                  <a:ext uri="{FF2B5EF4-FFF2-40B4-BE49-F238E27FC236}">
                    <a16:creationId xmlns:a16="http://schemas.microsoft.com/office/drawing/2014/main" id="{215ECCAA-358B-CA44-3DA2-9D49597563CB}"/>
                  </a:ext>
                </a:extLst>
              </p:cNvPr>
              <p:cNvCxnSpPr/>
              <p:nvPr/>
            </p:nvCxnSpPr>
            <p:spPr>
              <a:xfrm flipH="1">
                <a:off x="917309" y="2744012"/>
                <a:ext cx="484469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</p:grpSp>
        <p:grpSp>
          <p:nvGrpSpPr>
            <p:cNvPr id="25600" name="Group 25599">
              <a:extLst>
                <a:ext uri="{FF2B5EF4-FFF2-40B4-BE49-F238E27FC236}">
                  <a16:creationId xmlns:a16="http://schemas.microsoft.com/office/drawing/2014/main" id="{AFD77BD7-351F-1B2E-E339-CFB0C65C764F}"/>
                </a:ext>
              </a:extLst>
            </p:cNvPr>
            <p:cNvGrpSpPr/>
            <p:nvPr/>
          </p:nvGrpSpPr>
          <p:grpSpPr>
            <a:xfrm>
              <a:off x="6115801" y="3612755"/>
              <a:ext cx="1174151" cy="504045"/>
              <a:chOff x="929919" y="2274166"/>
              <a:chExt cx="747742" cy="504045"/>
            </a:xfrm>
          </p:grpSpPr>
          <p:sp>
            <p:nvSpPr>
              <p:cNvPr id="25623" name="TextBox 79">
                <a:extLst>
                  <a:ext uri="{FF2B5EF4-FFF2-40B4-BE49-F238E27FC236}">
                    <a16:creationId xmlns:a16="http://schemas.microsoft.com/office/drawing/2014/main" id="{22800D75-D047-3591-71CD-AD2CE7F3E6F9}"/>
                  </a:ext>
                </a:extLst>
              </p:cNvPr>
              <p:cNvSpPr txBox="1"/>
              <p:nvPr/>
            </p:nvSpPr>
            <p:spPr>
              <a:xfrm>
                <a:off x="1083549" y="2274166"/>
                <a:ext cx="594112" cy="504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pt-BR" sz="1050" kern="0" dirty="0">
                    <a:solidFill>
                      <a:prstClr val="black"/>
                    </a:solidFill>
                    <a:latin typeface="Calibri"/>
                  </a:rPr>
                  <a:t>Controle do processo realizado de forma manual</a:t>
                </a:r>
              </a:p>
            </p:txBody>
          </p:sp>
          <p:cxnSp>
            <p:nvCxnSpPr>
              <p:cNvPr id="25624" name="Straight Arrow Connector 25623">
                <a:extLst>
                  <a:ext uri="{FF2B5EF4-FFF2-40B4-BE49-F238E27FC236}">
                    <a16:creationId xmlns:a16="http://schemas.microsoft.com/office/drawing/2014/main" id="{AD385E34-7FF9-6742-0344-27B2A3A44B6A}"/>
                  </a:ext>
                </a:extLst>
              </p:cNvPr>
              <p:cNvCxnSpPr/>
              <p:nvPr/>
            </p:nvCxnSpPr>
            <p:spPr>
              <a:xfrm flipH="1">
                <a:off x="929919" y="2744012"/>
                <a:ext cx="649224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</p:grpSp>
        <p:grpSp>
          <p:nvGrpSpPr>
            <p:cNvPr id="25601" name="Group 25600">
              <a:extLst>
                <a:ext uri="{FF2B5EF4-FFF2-40B4-BE49-F238E27FC236}">
                  <a16:creationId xmlns:a16="http://schemas.microsoft.com/office/drawing/2014/main" id="{37A9BB25-1BF8-8A3A-8976-CF8CD9EE2069}"/>
                </a:ext>
              </a:extLst>
            </p:cNvPr>
            <p:cNvGrpSpPr/>
            <p:nvPr/>
          </p:nvGrpSpPr>
          <p:grpSpPr>
            <a:xfrm>
              <a:off x="4295290" y="4454746"/>
              <a:ext cx="1417857" cy="362911"/>
              <a:chOff x="917309" y="2399932"/>
              <a:chExt cx="579753" cy="362911"/>
            </a:xfrm>
          </p:grpSpPr>
          <p:sp>
            <p:nvSpPr>
              <p:cNvPr id="25621" name="TextBox 77">
                <a:extLst>
                  <a:ext uri="{FF2B5EF4-FFF2-40B4-BE49-F238E27FC236}">
                    <a16:creationId xmlns:a16="http://schemas.microsoft.com/office/drawing/2014/main" id="{832A5E3B-21DA-9A19-F286-11E517A85C83}"/>
                  </a:ext>
                </a:extLst>
              </p:cNvPr>
              <p:cNvSpPr txBox="1"/>
              <p:nvPr/>
            </p:nvSpPr>
            <p:spPr>
              <a:xfrm>
                <a:off x="963662" y="2399932"/>
                <a:ext cx="533400" cy="362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pt-BR" sz="1050" kern="0" dirty="0">
                    <a:solidFill>
                      <a:prstClr val="black"/>
                    </a:solidFill>
                    <a:latin typeface="Calibri"/>
                  </a:rPr>
                  <a:t>Documentos fora de sequência de expedição</a:t>
                </a:r>
              </a:p>
            </p:txBody>
          </p:sp>
          <p:cxnSp>
            <p:nvCxnSpPr>
              <p:cNvPr id="25622" name="Straight Arrow Connector 25621">
                <a:extLst>
                  <a:ext uri="{FF2B5EF4-FFF2-40B4-BE49-F238E27FC236}">
                    <a16:creationId xmlns:a16="http://schemas.microsoft.com/office/drawing/2014/main" id="{DA512C91-9130-0D19-746E-10A67342913B}"/>
                  </a:ext>
                </a:extLst>
              </p:cNvPr>
              <p:cNvCxnSpPr/>
              <p:nvPr/>
            </p:nvCxnSpPr>
            <p:spPr>
              <a:xfrm flipH="1">
                <a:off x="917309" y="2738638"/>
                <a:ext cx="410992" cy="5374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</p:grpSp>
        <p:grpSp>
          <p:nvGrpSpPr>
            <p:cNvPr id="25603" name="Group 25602">
              <a:extLst>
                <a:ext uri="{FF2B5EF4-FFF2-40B4-BE49-F238E27FC236}">
                  <a16:creationId xmlns:a16="http://schemas.microsoft.com/office/drawing/2014/main" id="{E69F04B5-19D7-6ED2-1A4A-1AFE4F5BBE91}"/>
                </a:ext>
              </a:extLst>
            </p:cNvPr>
            <p:cNvGrpSpPr/>
            <p:nvPr/>
          </p:nvGrpSpPr>
          <p:grpSpPr>
            <a:xfrm>
              <a:off x="7233041" y="2774312"/>
              <a:ext cx="1383041" cy="362912"/>
              <a:chOff x="917309" y="2392187"/>
              <a:chExt cx="617642" cy="362912"/>
            </a:xfrm>
          </p:grpSpPr>
          <p:sp>
            <p:nvSpPr>
              <p:cNvPr id="25619" name="TextBox 75">
                <a:extLst>
                  <a:ext uri="{FF2B5EF4-FFF2-40B4-BE49-F238E27FC236}">
                    <a16:creationId xmlns:a16="http://schemas.microsoft.com/office/drawing/2014/main" id="{FD05EAFB-D0CE-0D8C-28B4-34A54D85361E}"/>
                  </a:ext>
                </a:extLst>
              </p:cNvPr>
              <p:cNvSpPr txBox="1"/>
              <p:nvPr/>
            </p:nvSpPr>
            <p:spPr>
              <a:xfrm>
                <a:off x="943678" y="2392187"/>
                <a:ext cx="591273" cy="362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pt-BR" sz="1050" kern="0" dirty="0">
                    <a:solidFill>
                      <a:prstClr val="black"/>
                    </a:solidFill>
                    <a:latin typeface="Calibri"/>
                  </a:rPr>
                  <a:t>Ausência de integração entre sistemas</a:t>
                </a:r>
              </a:p>
            </p:txBody>
          </p:sp>
          <p:cxnSp>
            <p:nvCxnSpPr>
              <p:cNvPr id="25620" name="Straight Arrow Connector 25619">
                <a:extLst>
                  <a:ext uri="{FF2B5EF4-FFF2-40B4-BE49-F238E27FC236}">
                    <a16:creationId xmlns:a16="http://schemas.microsoft.com/office/drawing/2014/main" id="{84D3D5C5-21BB-7109-5FC1-3579DEB298A4}"/>
                  </a:ext>
                </a:extLst>
              </p:cNvPr>
              <p:cNvCxnSpPr/>
              <p:nvPr/>
            </p:nvCxnSpPr>
            <p:spPr>
              <a:xfrm flipH="1">
                <a:off x="917309" y="2744012"/>
                <a:ext cx="42611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</p:grpSp>
        <p:grpSp>
          <p:nvGrpSpPr>
            <p:cNvPr id="25604" name="Group 25603">
              <a:extLst>
                <a:ext uri="{FF2B5EF4-FFF2-40B4-BE49-F238E27FC236}">
                  <a16:creationId xmlns:a16="http://schemas.microsoft.com/office/drawing/2014/main" id="{9D1D7956-FA91-E3BE-B6E8-47B631EE8D1D}"/>
                </a:ext>
              </a:extLst>
            </p:cNvPr>
            <p:cNvGrpSpPr/>
            <p:nvPr/>
          </p:nvGrpSpPr>
          <p:grpSpPr>
            <a:xfrm>
              <a:off x="6758557" y="4657193"/>
              <a:ext cx="1811196" cy="222254"/>
              <a:chOff x="857901" y="2584103"/>
              <a:chExt cx="780877" cy="222254"/>
            </a:xfrm>
          </p:grpSpPr>
          <p:sp>
            <p:nvSpPr>
              <p:cNvPr id="25617" name="TextBox 73">
                <a:extLst>
                  <a:ext uri="{FF2B5EF4-FFF2-40B4-BE49-F238E27FC236}">
                    <a16:creationId xmlns:a16="http://schemas.microsoft.com/office/drawing/2014/main" id="{334E6D1B-4DC8-78AB-6AC8-746C3EEE330E}"/>
                  </a:ext>
                </a:extLst>
              </p:cNvPr>
              <p:cNvSpPr txBox="1"/>
              <p:nvPr/>
            </p:nvSpPr>
            <p:spPr>
              <a:xfrm>
                <a:off x="914694" y="2584103"/>
                <a:ext cx="724084" cy="221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pt-BR" sz="1050" kern="0" dirty="0">
                    <a:solidFill>
                      <a:prstClr val="black"/>
                    </a:solidFill>
                    <a:latin typeface="Calibri"/>
                  </a:rPr>
                  <a:t>Processo sensível a picos de demanda</a:t>
                </a:r>
              </a:p>
            </p:txBody>
          </p:sp>
          <p:cxnSp>
            <p:nvCxnSpPr>
              <p:cNvPr id="25618" name="Straight Arrow Connector 25617">
                <a:extLst>
                  <a:ext uri="{FF2B5EF4-FFF2-40B4-BE49-F238E27FC236}">
                    <a16:creationId xmlns:a16="http://schemas.microsoft.com/office/drawing/2014/main" id="{EF8CDA17-FFC2-F5B3-C75F-ECB52BA255CC}"/>
                  </a:ext>
                </a:extLst>
              </p:cNvPr>
              <p:cNvCxnSpPr/>
              <p:nvPr/>
            </p:nvCxnSpPr>
            <p:spPr>
              <a:xfrm flipH="1">
                <a:off x="857901" y="2806357"/>
                <a:ext cx="54576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</p:grpSp>
        <p:grpSp>
          <p:nvGrpSpPr>
            <p:cNvPr id="25605" name="Group 25604">
              <a:extLst>
                <a:ext uri="{FF2B5EF4-FFF2-40B4-BE49-F238E27FC236}">
                  <a16:creationId xmlns:a16="http://schemas.microsoft.com/office/drawing/2014/main" id="{A537A696-B122-587B-5B8A-97A0F42AF592}"/>
                </a:ext>
              </a:extLst>
            </p:cNvPr>
            <p:cNvGrpSpPr/>
            <p:nvPr/>
          </p:nvGrpSpPr>
          <p:grpSpPr>
            <a:xfrm>
              <a:off x="5876690" y="4202223"/>
              <a:ext cx="1186825" cy="504421"/>
              <a:chOff x="1036642" y="2355948"/>
              <a:chExt cx="812644" cy="331082"/>
            </a:xfrm>
          </p:grpSpPr>
          <p:sp>
            <p:nvSpPr>
              <p:cNvPr id="25615" name="TextBox 71">
                <a:extLst>
                  <a:ext uri="{FF2B5EF4-FFF2-40B4-BE49-F238E27FC236}">
                    <a16:creationId xmlns:a16="http://schemas.microsoft.com/office/drawing/2014/main" id="{24FD538B-EC8E-7A2C-60FC-FCF654C5E52E}"/>
                  </a:ext>
                </a:extLst>
              </p:cNvPr>
              <p:cNvSpPr txBox="1"/>
              <p:nvPr/>
            </p:nvSpPr>
            <p:spPr>
              <a:xfrm>
                <a:off x="1086596" y="2355948"/>
                <a:ext cx="762690" cy="330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pt-BR" sz="1050" kern="0" dirty="0">
                    <a:solidFill>
                      <a:prstClr val="black"/>
                    </a:solidFill>
                    <a:latin typeface="Calibri"/>
                  </a:rPr>
                  <a:t>Gargalos concentrados no momento da impressão</a:t>
                </a:r>
              </a:p>
            </p:txBody>
          </p:sp>
          <p:cxnSp>
            <p:nvCxnSpPr>
              <p:cNvPr id="25616" name="Straight Arrow Connector 25615">
                <a:extLst>
                  <a:ext uri="{FF2B5EF4-FFF2-40B4-BE49-F238E27FC236}">
                    <a16:creationId xmlns:a16="http://schemas.microsoft.com/office/drawing/2014/main" id="{9B188ED6-486E-EA14-EAD4-BF71DC3B7A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36642" y="2687023"/>
                <a:ext cx="641140" cy="7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</p:grpSp>
        <p:grpSp>
          <p:nvGrpSpPr>
            <p:cNvPr id="25606" name="Group 25605">
              <a:extLst>
                <a:ext uri="{FF2B5EF4-FFF2-40B4-BE49-F238E27FC236}">
                  <a16:creationId xmlns:a16="http://schemas.microsoft.com/office/drawing/2014/main" id="{AF6FCC8F-4713-67F5-E70E-EA8AF70F19A9}"/>
                </a:ext>
              </a:extLst>
            </p:cNvPr>
            <p:cNvGrpSpPr/>
            <p:nvPr/>
          </p:nvGrpSpPr>
          <p:grpSpPr>
            <a:xfrm>
              <a:off x="3515758" y="3924160"/>
              <a:ext cx="1352508" cy="362911"/>
              <a:chOff x="1168966" y="2372679"/>
              <a:chExt cx="715316" cy="362911"/>
            </a:xfrm>
          </p:grpSpPr>
          <p:sp>
            <p:nvSpPr>
              <p:cNvPr id="25613" name="TextBox 69">
                <a:extLst>
                  <a:ext uri="{FF2B5EF4-FFF2-40B4-BE49-F238E27FC236}">
                    <a16:creationId xmlns:a16="http://schemas.microsoft.com/office/drawing/2014/main" id="{E58215A2-0C4C-D7C9-F45E-F5E42971514C}"/>
                  </a:ext>
                </a:extLst>
              </p:cNvPr>
              <p:cNvSpPr txBox="1"/>
              <p:nvPr/>
            </p:nvSpPr>
            <p:spPr>
              <a:xfrm>
                <a:off x="1168966" y="2372679"/>
                <a:ext cx="715316" cy="362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pt-BR" sz="1050" kern="0" dirty="0">
                    <a:solidFill>
                      <a:prstClr val="black"/>
                    </a:solidFill>
                    <a:latin typeface="Calibri"/>
                  </a:rPr>
                  <a:t>Notas Fiscais impressas sem ordenação física</a:t>
                </a:r>
              </a:p>
            </p:txBody>
          </p:sp>
          <p:cxnSp>
            <p:nvCxnSpPr>
              <p:cNvPr id="25614" name="Straight Arrow Connector 25613">
                <a:extLst>
                  <a:ext uri="{FF2B5EF4-FFF2-40B4-BE49-F238E27FC236}">
                    <a16:creationId xmlns:a16="http://schemas.microsoft.com/office/drawing/2014/main" id="{39D31A79-B733-194C-3421-090959A4702F}"/>
                  </a:ext>
                </a:extLst>
              </p:cNvPr>
              <p:cNvCxnSpPr/>
              <p:nvPr/>
            </p:nvCxnSpPr>
            <p:spPr>
              <a:xfrm>
                <a:off x="1272843" y="2732809"/>
                <a:ext cx="466435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</p:grpSp>
        <p:grpSp>
          <p:nvGrpSpPr>
            <p:cNvPr id="25607" name="Group 25606">
              <a:extLst>
                <a:ext uri="{FF2B5EF4-FFF2-40B4-BE49-F238E27FC236}">
                  <a16:creationId xmlns:a16="http://schemas.microsoft.com/office/drawing/2014/main" id="{8B1E9036-025F-0927-278E-25F5A30E76C3}"/>
                </a:ext>
              </a:extLst>
            </p:cNvPr>
            <p:cNvGrpSpPr/>
            <p:nvPr/>
          </p:nvGrpSpPr>
          <p:grpSpPr>
            <a:xfrm>
              <a:off x="6203143" y="2987126"/>
              <a:ext cx="1125536" cy="376353"/>
              <a:chOff x="917309" y="2394548"/>
              <a:chExt cx="550113" cy="376353"/>
            </a:xfrm>
          </p:grpSpPr>
          <p:sp>
            <p:nvSpPr>
              <p:cNvPr id="25611" name="TextBox 67">
                <a:extLst>
                  <a:ext uri="{FF2B5EF4-FFF2-40B4-BE49-F238E27FC236}">
                    <a16:creationId xmlns:a16="http://schemas.microsoft.com/office/drawing/2014/main" id="{FA536CC3-CDBF-76E4-B0AE-E24454C66404}"/>
                  </a:ext>
                </a:extLst>
              </p:cNvPr>
              <p:cNvSpPr txBox="1"/>
              <p:nvPr/>
            </p:nvSpPr>
            <p:spPr>
              <a:xfrm>
                <a:off x="934022" y="2394548"/>
                <a:ext cx="533400" cy="3763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pt-BR" sz="1050" kern="0" dirty="0">
                    <a:solidFill>
                      <a:prstClr val="black"/>
                    </a:solidFill>
                    <a:latin typeface="Calibri"/>
                  </a:rPr>
                  <a:t>Não há padrão de trabalho</a:t>
                </a:r>
              </a:p>
            </p:txBody>
          </p:sp>
          <p:cxnSp>
            <p:nvCxnSpPr>
              <p:cNvPr id="25612" name="Straight Arrow Connector 25611">
                <a:extLst>
                  <a:ext uri="{FF2B5EF4-FFF2-40B4-BE49-F238E27FC236}">
                    <a16:creationId xmlns:a16="http://schemas.microsoft.com/office/drawing/2014/main" id="{4A849098-0E87-D134-833E-7B2E98743050}"/>
                  </a:ext>
                </a:extLst>
              </p:cNvPr>
              <p:cNvCxnSpPr/>
              <p:nvPr/>
            </p:nvCxnSpPr>
            <p:spPr>
              <a:xfrm flipH="1">
                <a:off x="917309" y="2744012"/>
                <a:ext cx="416210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</p:grpSp>
        <p:grpSp>
          <p:nvGrpSpPr>
            <p:cNvPr id="25608" name="Group 25607">
              <a:extLst>
                <a:ext uri="{FF2B5EF4-FFF2-40B4-BE49-F238E27FC236}">
                  <a16:creationId xmlns:a16="http://schemas.microsoft.com/office/drawing/2014/main" id="{92D536C4-C100-79A5-DFDD-71FFE97E67A9}"/>
                </a:ext>
              </a:extLst>
            </p:cNvPr>
            <p:cNvGrpSpPr/>
            <p:nvPr/>
          </p:nvGrpSpPr>
          <p:grpSpPr>
            <a:xfrm>
              <a:off x="3820741" y="3182197"/>
              <a:ext cx="1131067" cy="362912"/>
              <a:chOff x="1222510" y="2394944"/>
              <a:chExt cx="554335" cy="362912"/>
            </a:xfrm>
          </p:grpSpPr>
          <p:sp>
            <p:nvSpPr>
              <p:cNvPr id="25609" name="TextBox 65">
                <a:extLst>
                  <a:ext uri="{FF2B5EF4-FFF2-40B4-BE49-F238E27FC236}">
                    <a16:creationId xmlns:a16="http://schemas.microsoft.com/office/drawing/2014/main" id="{E6608E82-BBBD-8728-77A7-E0FFCD7B5668}"/>
                  </a:ext>
                </a:extLst>
              </p:cNvPr>
              <p:cNvSpPr txBox="1"/>
              <p:nvPr/>
            </p:nvSpPr>
            <p:spPr>
              <a:xfrm>
                <a:off x="1222510" y="2394944"/>
                <a:ext cx="533400" cy="362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/>
                </a:pPr>
                <a:r>
                  <a:rPr lang="pt-BR" sz="1050" kern="0" dirty="0">
                    <a:solidFill>
                      <a:prstClr val="black"/>
                    </a:solidFill>
                    <a:latin typeface="Calibri"/>
                  </a:rPr>
                  <a:t>Alto risco de erro humano</a:t>
                </a:r>
              </a:p>
            </p:txBody>
          </p:sp>
          <p:cxnSp>
            <p:nvCxnSpPr>
              <p:cNvPr id="25610" name="Straight Arrow Connector 25609">
                <a:extLst>
                  <a:ext uri="{FF2B5EF4-FFF2-40B4-BE49-F238E27FC236}">
                    <a16:creationId xmlns:a16="http://schemas.microsoft.com/office/drawing/2014/main" id="{201A3280-D56A-0FE9-7185-AFB4A7C57484}"/>
                  </a:ext>
                </a:extLst>
              </p:cNvPr>
              <p:cNvCxnSpPr/>
              <p:nvPr/>
            </p:nvCxnSpPr>
            <p:spPr>
              <a:xfrm>
                <a:off x="1291937" y="2732809"/>
                <a:ext cx="48490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arrow"/>
              </a:ln>
              <a:effectLst/>
            </p:spPr>
          </p:cxnSp>
        </p:grpSp>
      </p:grpSp>
      <p:cxnSp>
        <p:nvCxnSpPr>
          <p:cNvPr id="25642" name="Straight Arrow Connector 25641">
            <a:extLst>
              <a:ext uri="{FF2B5EF4-FFF2-40B4-BE49-F238E27FC236}">
                <a16:creationId xmlns:a16="http://schemas.microsoft.com/office/drawing/2014/main" id="{48239E11-490E-6FB9-69C7-88265C187DB3}"/>
              </a:ext>
            </a:extLst>
          </p:cNvPr>
          <p:cNvCxnSpPr/>
          <p:nvPr/>
        </p:nvCxnSpPr>
        <p:spPr bwMode="auto">
          <a:xfrm>
            <a:off x="6096000" y="277082"/>
            <a:ext cx="914400" cy="914400"/>
          </a:xfrm>
          <a:prstGeom prst="straightConnector1">
            <a:avLst/>
          </a:prstGeom>
          <a:noFill/>
          <a:ln>
            <a:noFill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729638" y="277082"/>
            <a:ext cx="9019892" cy="664521"/>
          </a:xfrm>
          <a:noFill/>
        </p:spPr>
        <p:txBody>
          <a:bodyPr/>
          <a:lstStyle/>
          <a:p>
            <a:pPr eaLnBrk="1" hangingPunct="1"/>
            <a:r>
              <a:rPr lang="en-US" altLang="en-US" sz="3200" kern="1200" dirty="0" err="1"/>
              <a:t>Análise</a:t>
            </a:r>
            <a:r>
              <a:rPr lang="en-US" altLang="en-US" sz="3200" kern="1200" dirty="0"/>
              <a:t> 5 </a:t>
            </a:r>
            <a:r>
              <a:rPr lang="en-US" altLang="en-US" sz="3200" kern="1200" dirty="0" err="1"/>
              <a:t>porquês</a:t>
            </a:r>
            <a:r>
              <a:rPr lang="en-US" altLang="en-US" sz="3200" kern="1200" dirty="0"/>
              <a:t> </a:t>
            </a:r>
          </a:p>
        </p:txBody>
      </p:sp>
      <p:pic>
        <p:nvPicPr>
          <p:cNvPr id="9" name="Picture 2" descr="When should DMAIC be your go-to problem-solving tool?">
            <a:extLst>
              <a:ext uri="{FF2B5EF4-FFF2-40B4-BE49-F238E27FC236}">
                <a16:creationId xmlns:a16="http://schemas.microsoft.com/office/drawing/2014/main" id="{8AFC6D57-BA67-429E-991C-B39F941E7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9039" y="277082"/>
            <a:ext cx="1351291" cy="126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D1D68A1-7D18-456D-972F-33B8106F3B08}"/>
              </a:ext>
            </a:extLst>
          </p:cNvPr>
          <p:cNvGrpSpPr/>
          <p:nvPr/>
        </p:nvGrpSpPr>
        <p:grpSpPr>
          <a:xfrm>
            <a:off x="9061333" y="5508798"/>
            <a:ext cx="2858997" cy="780270"/>
            <a:chOff x="9061333" y="5508798"/>
            <a:chExt cx="2858997" cy="780270"/>
          </a:xfrm>
        </p:grpSpPr>
        <p:pic>
          <p:nvPicPr>
            <p:cNvPr id="11" name="Picture 4" descr="DMAIC - Wikiwand">
              <a:extLst>
                <a:ext uri="{FF2B5EF4-FFF2-40B4-BE49-F238E27FC236}">
                  <a16:creationId xmlns:a16="http://schemas.microsoft.com/office/drawing/2014/main" id="{F2F2FB96-C27B-4F12-98EF-E57638CA0A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82" r="60159"/>
            <a:stretch/>
          </p:blipFill>
          <p:spPr bwMode="auto">
            <a:xfrm>
              <a:off x="9578445" y="5508798"/>
              <a:ext cx="555924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DMAIC - Wikiwand">
              <a:extLst>
                <a:ext uri="{FF2B5EF4-FFF2-40B4-BE49-F238E27FC236}">
                  <a16:creationId xmlns:a16="http://schemas.microsoft.com/office/drawing/2014/main" id="{3F5C68E2-CFFD-4692-8D0C-57271C91BB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-50000"/>
                      </a14:imgEffect>
                      <a14:imgEffect>
                        <a14:brightnessContrast bright="-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0941"/>
            <a:stretch/>
          </p:blipFill>
          <p:spPr bwMode="auto">
            <a:xfrm>
              <a:off x="9061333" y="5508798"/>
              <a:ext cx="555924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 descr="DMAIC - Wikiwand">
              <a:extLst>
                <a:ext uri="{FF2B5EF4-FFF2-40B4-BE49-F238E27FC236}">
                  <a16:creationId xmlns:a16="http://schemas.microsoft.com/office/drawing/2014/main" id="{C6D2A3B1-E587-449C-AD39-C43E4D036C5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373"/>
            <a:stretch/>
          </p:blipFill>
          <p:spPr bwMode="auto">
            <a:xfrm>
              <a:off x="10735294" y="5508798"/>
              <a:ext cx="1185036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" descr="DMAIC - Wikiwand">
              <a:extLst>
                <a:ext uri="{FF2B5EF4-FFF2-40B4-BE49-F238E27FC236}">
                  <a16:creationId xmlns:a16="http://schemas.microsoft.com/office/drawing/2014/main" id="{B1F0D8DF-BB87-473B-B364-5E3B86E9A1D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196" r="39745"/>
            <a:stretch/>
          </p:blipFill>
          <p:spPr bwMode="auto">
            <a:xfrm>
              <a:off x="10150177" y="5508798"/>
              <a:ext cx="585117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41110660"/>
      </p:ext>
    </p:extLst>
  </p:cSld>
  <p:clrMapOvr>
    <a:masterClrMapping/>
  </p:clrMapOvr>
  <p:transition spd="med"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812765" y="313178"/>
            <a:ext cx="7260866" cy="715337"/>
          </a:xfrm>
          <a:noFill/>
        </p:spPr>
        <p:txBody>
          <a:bodyPr/>
          <a:lstStyle/>
          <a:p>
            <a:pPr eaLnBrk="1" hangingPunct="1"/>
            <a:r>
              <a:rPr lang="en-US" altLang="en-US" sz="3200" kern="1200" dirty="0"/>
              <a:t>Plano de </a:t>
            </a:r>
            <a:r>
              <a:rPr lang="en-US" altLang="en-US" sz="3200" kern="1200" dirty="0" err="1"/>
              <a:t>Ação</a:t>
            </a:r>
            <a:endParaRPr lang="en-US" altLang="en-US" sz="3200" kern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F25555-D628-4964-AA65-E82AECE37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644" y="1168185"/>
            <a:ext cx="4800097" cy="282137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altLang="pt-BR" sz="2000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RESUMIR SUA IMPLEMENTAÇÃO AQUI </a:t>
            </a:r>
          </a:p>
        </p:txBody>
      </p:sp>
      <p:pic>
        <p:nvPicPr>
          <p:cNvPr id="12" name="Picture 2" descr="When should DMAIC be your go-to problem-solving tool?">
            <a:extLst>
              <a:ext uri="{FF2B5EF4-FFF2-40B4-BE49-F238E27FC236}">
                <a16:creationId xmlns:a16="http://schemas.microsoft.com/office/drawing/2014/main" id="{F3C45CE1-60EB-4E4E-B1B3-2B66BA323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9039" y="277082"/>
            <a:ext cx="1351291" cy="126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88629C2-9A28-4B23-A67D-6D59BC6860FE}"/>
              </a:ext>
            </a:extLst>
          </p:cNvPr>
          <p:cNvGrpSpPr/>
          <p:nvPr/>
        </p:nvGrpSpPr>
        <p:grpSpPr>
          <a:xfrm>
            <a:off x="9061333" y="5508798"/>
            <a:ext cx="2858997" cy="780270"/>
            <a:chOff x="9061333" y="5508798"/>
            <a:chExt cx="2858997" cy="780270"/>
          </a:xfrm>
        </p:grpSpPr>
        <p:pic>
          <p:nvPicPr>
            <p:cNvPr id="14" name="Picture 4" descr="DMAIC - Wikiwand">
              <a:extLst>
                <a:ext uri="{FF2B5EF4-FFF2-40B4-BE49-F238E27FC236}">
                  <a16:creationId xmlns:a16="http://schemas.microsoft.com/office/drawing/2014/main" id="{71F86944-D03E-4133-BE79-376821CF761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82" r="60159"/>
            <a:stretch/>
          </p:blipFill>
          <p:spPr bwMode="auto">
            <a:xfrm>
              <a:off x="9578445" y="5508798"/>
              <a:ext cx="555924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DMAIC - Wikiwand">
              <a:extLst>
                <a:ext uri="{FF2B5EF4-FFF2-40B4-BE49-F238E27FC236}">
                  <a16:creationId xmlns:a16="http://schemas.microsoft.com/office/drawing/2014/main" id="{4850A666-5F9B-4AA0-8FFD-063AB85BD04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-50000"/>
                      </a14:imgEffect>
                      <a14:imgEffect>
                        <a14:brightnessContrast bright="-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0941"/>
            <a:stretch/>
          </p:blipFill>
          <p:spPr bwMode="auto">
            <a:xfrm>
              <a:off x="9061333" y="5508798"/>
              <a:ext cx="555924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4" descr="DMAIC - Wikiwand">
              <a:extLst>
                <a:ext uri="{FF2B5EF4-FFF2-40B4-BE49-F238E27FC236}">
                  <a16:creationId xmlns:a16="http://schemas.microsoft.com/office/drawing/2014/main" id="{FCFFE85D-6AF8-417A-AACE-A3F62229BBE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373" r="20567"/>
            <a:stretch/>
          </p:blipFill>
          <p:spPr bwMode="auto">
            <a:xfrm>
              <a:off x="10735294" y="5508798"/>
              <a:ext cx="585117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4" descr="DMAIC - Wikiwand">
              <a:extLst>
                <a:ext uri="{FF2B5EF4-FFF2-40B4-BE49-F238E27FC236}">
                  <a16:creationId xmlns:a16="http://schemas.microsoft.com/office/drawing/2014/main" id="{A65C0BF9-2BC7-47EB-AD5A-40B177C9209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196" r="39745"/>
            <a:stretch/>
          </p:blipFill>
          <p:spPr bwMode="auto">
            <a:xfrm>
              <a:off x="10150177" y="5508798"/>
              <a:ext cx="585117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4" descr="DMAIC - Wikiwand">
              <a:extLst>
                <a:ext uri="{FF2B5EF4-FFF2-40B4-BE49-F238E27FC236}">
                  <a16:creationId xmlns:a16="http://schemas.microsoft.com/office/drawing/2014/main" id="{EE958B83-2009-4D0E-97C3-938A32CB3F7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940"/>
            <a:stretch/>
          </p:blipFill>
          <p:spPr bwMode="auto">
            <a:xfrm>
              <a:off x="11335213" y="5508798"/>
              <a:ext cx="585117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ransition spd="med"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9635" y="298467"/>
            <a:ext cx="9899404" cy="715337"/>
          </a:xfrm>
          <a:noFill/>
        </p:spPr>
        <p:txBody>
          <a:bodyPr/>
          <a:lstStyle/>
          <a:p>
            <a:pPr eaLnBrk="1" hangingPunct="1"/>
            <a:r>
              <a:rPr lang="en-US" altLang="en-US" sz="3200" kern="1200" dirty="0" err="1"/>
              <a:t>Comparativos</a:t>
            </a:r>
            <a:r>
              <a:rPr lang="en-US" altLang="en-US" sz="3200" kern="1200" dirty="0"/>
              <a:t> das </a:t>
            </a:r>
            <a:r>
              <a:rPr lang="en-US" altLang="en-US" sz="3200" kern="1200" dirty="0" err="1"/>
              <a:t>Métricas</a:t>
            </a:r>
            <a:r>
              <a:rPr lang="en-US" altLang="en-US" sz="3200" kern="1200" dirty="0"/>
              <a:t> antes &amp; </a:t>
            </a:r>
            <a:r>
              <a:rPr lang="en-US" altLang="en-US" sz="3200" kern="1200" dirty="0" err="1"/>
              <a:t>Depois</a:t>
            </a:r>
            <a:endParaRPr lang="en-US" altLang="en-US" sz="3200" kern="1200" dirty="0"/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2156150" y="1837616"/>
            <a:ext cx="1284089" cy="471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lnSpc>
                <a:spcPct val="110000"/>
              </a:lnSpc>
              <a:spcBef>
                <a:spcPts val="1200"/>
              </a:spcBef>
              <a:buClr>
                <a:srgbClr val="0067C6"/>
              </a:buClr>
              <a:buChar char="•"/>
              <a:defRPr sz="2800">
                <a:solidFill>
                  <a:srgbClr val="292929"/>
                </a:solidFill>
                <a:latin typeface="Arial" pitchFamily="34" charset="0"/>
              </a:defRPr>
            </a:lvl1pPr>
            <a:lvl2pPr marL="742950" indent="-285750" algn="l" eaLnBrk="0" hangingPunct="0">
              <a:lnSpc>
                <a:spcPct val="110000"/>
              </a:lnSpc>
              <a:spcBef>
                <a:spcPts val="1200"/>
              </a:spcBef>
              <a:buClr>
                <a:srgbClr val="0067C6"/>
              </a:buClr>
              <a:buChar char="•"/>
              <a:defRPr sz="2400">
                <a:solidFill>
                  <a:srgbClr val="292929"/>
                </a:solidFill>
                <a:latin typeface="Arial" pitchFamily="34" charset="0"/>
              </a:defRPr>
            </a:lvl2pPr>
            <a:lvl3pPr marL="1143000" indent="-228600" algn="l" eaLnBrk="0" hangingPunct="0">
              <a:lnSpc>
                <a:spcPct val="110000"/>
              </a:lnSpc>
              <a:spcBef>
                <a:spcPts val="1200"/>
              </a:spcBef>
              <a:buClr>
                <a:srgbClr val="0067C6"/>
              </a:buClr>
              <a:buChar char="•"/>
              <a:defRPr sz="2000">
                <a:solidFill>
                  <a:srgbClr val="292929"/>
                </a:solidFill>
                <a:latin typeface="Arial" pitchFamily="34" charset="0"/>
              </a:defRPr>
            </a:lvl3pPr>
            <a:lvl4pPr marL="1600200" indent="-228600" algn="l" eaLnBrk="0" hangingPunct="0">
              <a:spcBef>
                <a:spcPts val="1200"/>
              </a:spcBef>
              <a:buClr>
                <a:srgbClr val="0067C6"/>
              </a:buClr>
              <a:buChar char="•"/>
              <a:defRPr sz="2000">
                <a:solidFill>
                  <a:srgbClr val="292929"/>
                </a:solidFill>
                <a:latin typeface="Arial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rgbClr val="FFFF00"/>
              </a:buClr>
              <a:buSzPct val="65000"/>
              <a:buFont typeface="Monotype Sorts"/>
              <a:buChar char="l"/>
              <a:defRPr sz="2000">
                <a:solidFill>
                  <a:schemeClr val="bg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65000"/>
              <a:buFont typeface="Monotype Sorts"/>
              <a:buChar char="l"/>
              <a:defRPr sz="2000">
                <a:solidFill>
                  <a:schemeClr val="bg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65000"/>
              <a:buFont typeface="Monotype Sorts"/>
              <a:buChar char="l"/>
              <a:defRPr sz="2000">
                <a:solidFill>
                  <a:schemeClr val="bg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65000"/>
              <a:buFont typeface="Monotype Sorts"/>
              <a:buChar char="l"/>
              <a:defRPr sz="2000">
                <a:solidFill>
                  <a:schemeClr val="bg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65000"/>
              <a:buFont typeface="Monotype Sorts"/>
              <a:buChar char="l"/>
              <a:defRPr sz="2000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en-US" sz="2462" b="1" i="1" u="sng" dirty="0">
                <a:solidFill>
                  <a:schemeClr val="accent4"/>
                </a:solidFill>
              </a:rPr>
              <a:t>Before</a:t>
            </a:r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7683956" y="3811604"/>
            <a:ext cx="1460043" cy="471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lnSpc>
                <a:spcPct val="110000"/>
              </a:lnSpc>
              <a:spcBef>
                <a:spcPts val="1200"/>
              </a:spcBef>
              <a:buClr>
                <a:srgbClr val="0067C6"/>
              </a:buClr>
              <a:buChar char="•"/>
              <a:defRPr sz="2800">
                <a:solidFill>
                  <a:srgbClr val="292929"/>
                </a:solidFill>
                <a:latin typeface="Arial" pitchFamily="34" charset="0"/>
              </a:defRPr>
            </a:lvl1pPr>
            <a:lvl2pPr marL="742950" indent="-285750" algn="l" eaLnBrk="0" hangingPunct="0">
              <a:lnSpc>
                <a:spcPct val="110000"/>
              </a:lnSpc>
              <a:spcBef>
                <a:spcPts val="1200"/>
              </a:spcBef>
              <a:buClr>
                <a:srgbClr val="0067C6"/>
              </a:buClr>
              <a:buChar char="•"/>
              <a:defRPr sz="2400">
                <a:solidFill>
                  <a:srgbClr val="292929"/>
                </a:solidFill>
                <a:latin typeface="Arial" pitchFamily="34" charset="0"/>
              </a:defRPr>
            </a:lvl2pPr>
            <a:lvl3pPr marL="1143000" indent="-228600" algn="l" eaLnBrk="0" hangingPunct="0">
              <a:lnSpc>
                <a:spcPct val="110000"/>
              </a:lnSpc>
              <a:spcBef>
                <a:spcPts val="1200"/>
              </a:spcBef>
              <a:buClr>
                <a:srgbClr val="0067C6"/>
              </a:buClr>
              <a:buChar char="•"/>
              <a:defRPr sz="2000">
                <a:solidFill>
                  <a:srgbClr val="292929"/>
                </a:solidFill>
                <a:latin typeface="Arial" pitchFamily="34" charset="0"/>
              </a:defRPr>
            </a:lvl3pPr>
            <a:lvl4pPr marL="1600200" indent="-228600" algn="l" eaLnBrk="0" hangingPunct="0">
              <a:spcBef>
                <a:spcPts val="1200"/>
              </a:spcBef>
              <a:buClr>
                <a:srgbClr val="0067C6"/>
              </a:buClr>
              <a:buChar char="•"/>
              <a:defRPr sz="2000">
                <a:solidFill>
                  <a:srgbClr val="292929"/>
                </a:solidFill>
                <a:latin typeface="Arial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rgbClr val="FFFF00"/>
              </a:buClr>
              <a:buSzPct val="65000"/>
              <a:buFont typeface="Monotype Sorts"/>
              <a:buChar char="l"/>
              <a:defRPr sz="2000">
                <a:solidFill>
                  <a:schemeClr val="bg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65000"/>
              <a:buFont typeface="Monotype Sorts"/>
              <a:buChar char="l"/>
              <a:defRPr sz="2000">
                <a:solidFill>
                  <a:schemeClr val="bg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65000"/>
              <a:buFont typeface="Monotype Sorts"/>
              <a:buChar char="l"/>
              <a:defRPr sz="2000">
                <a:solidFill>
                  <a:schemeClr val="bg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65000"/>
              <a:buFont typeface="Monotype Sorts"/>
              <a:buChar char="l"/>
              <a:defRPr sz="2000">
                <a:solidFill>
                  <a:schemeClr val="bg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65000"/>
              <a:buFont typeface="Monotype Sorts"/>
              <a:buChar char="l"/>
              <a:defRPr sz="2000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en-US" sz="2462" b="1" i="1" u="sng" dirty="0">
                <a:solidFill>
                  <a:schemeClr val="accent4"/>
                </a:solidFill>
              </a:rPr>
              <a:t>After</a:t>
            </a:r>
          </a:p>
        </p:txBody>
      </p:sp>
      <p:pic>
        <p:nvPicPr>
          <p:cNvPr id="12" name="Picture 2" descr="When should DMAIC be your go-to problem-solving tool?">
            <a:extLst>
              <a:ext uri="{FF2B5EF4-FFF2-40B4-BE49-F238E27FC236}">
                <a16:creationId xmlns:a16="http://schemas.microsoft.com/office/drawing/2014/main" id="{105A6FA5-0405-45BA-8E1C-6079EB2CF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9039" y="277082"/>
            <a:ext cx="1351291" cy="126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9FC71C4-BEEC-46B5-90F4-9AD7EFC87589}"/>
              </a:ext>
            </a:extLst>
          </p:cNvPr>
          <p:cNvGrpSpPr/>
          <p:nvPr/>
        </p:nvGrpSpPr>
        <p:grpSpPr>
          <a:xfrm>
            <a:off x="9061333" y="5508798"/>
            <a:ext cx="2858997" cy="780270"/>
            <a:chOff x="9061333" y="5508798"/>
            <a:chExt cx="2858997" cy="780270"/>
          </a:xfrm>
        </p:grpSpPr>
        <p:pic>
          <p:nvPicPr>
            <p:cNvPr id="14" name="Picture 4" descr="DMAIC - Wikiwand">
              <a:extLst>
                <a:ext uri="{FF2B5EF4-FFF2-40B4-BE49-F238E27FC236}">
                  <a16:creationId xmlns:a16="http://schemas.microsoft.com/office/drawing/2014/main" id="{DD8594BC-9334-49C7-9496-514279519EC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82" r="60159"/>
            <a:stretch/>
          </p:blipFill>
          <p:spPr bwMode="auto">
            <a:xfrm>
              <a:off x="9578445" y="5508798"/>
              <a:ext cx="555924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DMAIC - Wikiwand">
              <a:extLst>
                <a:ext uri="{FF2B5EF4-FFF2-40B4-BE49-F238E27FC236}">
                  <a16:creationId xmlns:a16="http://schemas.microsoft.com/office/drawing/2014/main" id="{49212DBB-07D6-4C19-AD73-9FA4EC7A9F7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-50000"/>
                      </a14:imgEffect>
                      <a14:imgEffect>
                        <a14:brightnessContrast bright="-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0941"/>
            <a:stretch/>
          </p:blipFill>
          <p:spPr bwMode="auto">
            <a:xfrm>
              <a:off x="9061333" y="5508798"/>
              <a:ext cx="555924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4" descr="DMAIC - Wikiwand">
              <a:extLst>
                <a:ext uri="{FF2B5EF4-FFF2-40B4-BE49-F238E27FC236}">
                  <a16:creationId xmlns:a16="http://schemas.microsoft.com/office/drawing/2014/main" id="{8466F2C1-0FCA-432A-93F8-B5222BD68B6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373" r="20567"/>
            <a:stretch/>
          </p:blipFill>
          <p:spPr bwMode="auto">
            <a:xfrm>
              <a:off x="10735294" y="5508798"/>
              <a:ext cx="585117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4" descr="DMAIC - Wikiwand">
              <a:extLst>
                <a:ext uri="{FF2B5EF4-FFF2-40B4-BE49-F238E27FC236}">
                  <a16:creationId xmlns:a16="http://schemas.microsoft.com/office/drawing/2014/main" id="{637ACFE5-247D-41B9-96FF-EA245AB9AA1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196" r="39745"/>
            <a:stretch/>
          </p:blipFill>
          <p:spPr bwMode="auto">
            <a:xfrm>
              <a:off x="10150177" y="5508798"/>
              <a:ext cx="585117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4" descr="DMAIC - Wikiwand">
              <a:extLst>
                <a:ext uri="{FF2B5EF4-FFF2-40B4-BE49-F238E27FC236}">
                  <a16:creationId xmlns:a16="http://schemas.microsoft.com/office/drawing/2014/main" id="{0F77A0A2-3E65-44E6-8BAE-167C258A1C3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940"/>
            <a:stretch/>
          </p:blipFill>
          <p:spPr bwMode="auto">
            <a:xfrm>
              <a:off x="11335213" y="5508798"/>
              <a:ext cx="585117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ransition spd="med"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837492" y="360680"/>
            <a:ext cx="9922858" cy="715337"/>
          </a:xfrm>
          <a:noFill/>
        </p:spPr>
        <p:txBody>
          <a:bodyPr/>
          <a:lstStyle/>
          <a:p>
            <a:pPr eaLnBrk="1" hangingPunct="1"/>
            <a:r>
              <a:rPr lang="en-US" altLang="en-US" sz="3200" kern="1200" dirty="0" err="1"/>
              <a:t>Outras</a:t>
            </a:r>
            <a:r>
              <a:rPr lang="en-US" altLang="en-US" sz="3200" kern="1200" dirty="0"/>
              <a:t> </a:t>
            </a:r>
            <a:r>
              <a:rPr lang="en-US" altLang="en-US" sz="3200" kern="1200" dirty="0" err="1"/>
              <a:t>ilustrações</a:t>
            </a:r>
            <a:r>
              <a:rPr lang="en-US" altLang="en-US" sz="3200" kern="1200" dirty="0"/>
              <a:t> </a:t>
            </a:r>
            <a:r>
              <a:rPr lang="en-US" altLang="en-US" sz="3200" kern="1200" dirty="0" err="1"/>
              <a:t>pertinentes</a:t>
            </a:r>
            <a:endParaRPr lang="en-US" altLang="en-US" sz="3200" kern="1200" dirty="0"/>
          </a:p>
        </p:txBody>
      </p:sp>
      <p:pic>
        <p:nvPicPr>
          <p:cNvPr id="9" name="Picture 2" descr="When should DMAIC be your go-to problem-solving tool?">
            <a:extLst>
              <a:ext uri="{FF2B5EF4-FFF2-40B4-BE49-F238E27FC236}">
                <a16:creationId xmlns:a16="http://schemas.microsoft.com/office/drawing/2014/main" id="{172BA04F-C04E-4395-87B2-59969F2F7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9039" y="277082"/>
            <a:ext cx="1351291" cy="126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C8C798C-9437-4D4B-AD08-D9774A5A7D0A}"/>
              </a:ext>
            </a:extLst>
          </p:cNvPr>
          <p:cNvGrpSpPr/>
          <p:nvPr/>
        </p:nvGrpSpPr>
        <p:grpSpPr>
          <a:xfrm>
            <a:off x="9061333" y="5508798"/>
            <a:ext cx="2858997" cy="780270"/>
            <a:chOff x="9061333" y="5508798"/>
            <a:chExt cx="2858997" cy="780270"/>
          </a:xfrm>
        </p:grpSpPr>
        <p:pic>
          <p:nvPicPr>
            <p:cNvPr id="11" name="Picture 4" descr="DMAIC - Wikiwand">
              <a:extLst>
                <a:ext uri="{FF2B5EF4-FFF2-40B4-BE49-F238E27FC236}">
                  <a16:creationId xmlns:a16="http://schemas.microsoft.com/office/drawing/2014/main" id="{2A614313-14F2-40DD-B64E-1F58485963F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82" r="60159"/>
            <a:stretch/>
          </p:blipFill>
          <p:spPr bwMode="auto">
            <a:xfrm>
              <a:off x="9578445" y="5508798"/>
              <a:ext cx="555924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DMAIC - Wikiwand">
              <a:extLst>
                <a:ext uri="{FF2B5EF4-FFF2-40B4-BE49-F238E27FC236}">
                  <a16:creationId xmlns:a16="http://schemas.microsoft.com/office/drawing/2014/main" id="{9AC91BA1-CDB6-4B26-9040-6827BEA269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-50000"/>
                      </a14:imgEffect>
                      <a14:imgEffect>
                        <a14:brightnessContrast bright="-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0941"/>
            <a:stretch/>
          </p:blipFill>
          <p:spPr bwMode="auto">
            <a:xfrm>
              <a:off x="9061333" y="5508798"/>
              <a:ext cx="555924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 descr="DMAIC - Wikiwand">
              <a:extLst>
                <a:ext uri="{FF2B5EF4-FFF2-40B4-BE49-F238E27FC236}">
                  <a16:creationId xmlns:a16="http://schemas.microsoft.com/office/drawing/2014/main" id="{47FAE555-5069-4FE4-9054-1110E011A4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373" r="20567"/>
            <a:stretch/>
          </p:blipFill>
          <p:spPr bwMode="auto">
            <a:xfrm>
              <a:off x="10735294" y="5508798"/>
              <a:ext cx="585117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" descr="DMAIC - Wikiwand">
              <a:extLst>
                <a:ext uri="{FF2B5EF4-FFF2-40B4-BE49-F238E27FC236}">
                  <a16:creationId xmlns:a16="http://schemas.microsoft.com/office/drawing/2014/main" id="{A19D6515-2193-44CF-B4A4-09AA086BA70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196" r="39745"/>
            <a:stretch/>
          </p:blipFill>
          <p:spPr bwMode="auto">
            <a:xfrm>
              <a:off x="10150177" y="5508798"/>
              <a:ext cx="585117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DMAIC - Wikiwand">
              <a:extLst>
                <a:ext uri="{FF2B5EF4-FFF2-40B4-BE49-F238E27FC236}">
                  <a16:creationId xmlns:a16="http://schemas.microsoft.com/office/drawing/2014/main" id="{CD282E12-1F4A-40D9-9C29-39C9C0F3CEC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940"/>
            <a:stretch/>
          </p:blipFill>
          <p:spPr bwMode="auto">
            <a:xfrm>
              <a:off x="11335213" y="5508798"/>
              <a:ext cx="585117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ransition spd="med"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705886" y="360680"/>
            <a:ext cx="8194168" cy="715337"/>
          </a:xfrm>
          <a:noFill/>
        </p:spPr>
        <p:txBody>
          <a:bodyPr/>
          <a:lstStyle/>
          <a:p>
            <a:pPr eaLnBrk="1" hangingPunct="1"/>
            <a:r>
              <a:rPr lang="en-US" altLang="en-US" sz="3200" kern="1200" dirty="0" err="1"/>
              <a:t>Mecanismos</a:t>
            </a:r>
            <a:r>
              <a:rPr lang="en-US" altLang="en-US" sz="3200" kern="1200" dirty="0"/>
              <a:t> de </a:t>
            </a:r>
            <a:r>
              <a:rPr lang="en-US" altLang="en-US" sz="3200" kern="1200" dirty="0" err="1"/>
              <a:t>Sustentação</a:t>
            </a:r>
            <a:r>
              <a:rPr lang="en-US" altLang="en-US" sz="3200" kern="1200" dirty="0"/>
              <a:t> das </a:t>
            </a:r>
            <a:r>
              <a:rPr lang="en-US" altLang="en-US" sz="3200" kern="1200" dirty="0" err="1"/>
              <a:t>Melhorias</a:t>
            </a:r>
            <a:r>
              <a:rPr lang="en-US" altLang="en-US" sz="3200" kern="1200" dirty="0"/>
              <a:t> do </a:t>
            </a:r>
            <a:r>
              <a:rPr lang="en-US" altLang="en-US" sz="3200" kern="1200" dirty="0" err="1"/>
              <a:t>Projeto</a:t>
            </a:r>
            <a:endParaRPr lang="en-US" altLang="en-US" sz="3200" kern="1200" dirty="0"/>
          </a:p>
        </p:txBody>
      </p:sp>
      <p:pic>
        <p:nvPicPr>
          <p:cNvPr id="9" name="Picture 2" descr="When should DMAIC be your go-to problem-solving tool?">
            <a:extLst>
              <a:ext uri="{FF2B5EF4-FFF2-40B4-BE49-F238E27FC236}">
                <a16:creationId xmlns:a16="http://schemas.microsoft.com/office/drawing/2014/main" id="{300208E7-D4BB-4301-87C0-A7C0BE356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9039" y="277082"/>
            <a:ext cx="1351291" cy="126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BC3953E-EDCA-4A1E-98F1-D592CD1A55B6}"/>
              </a:ext>
            </a:extLst>
          </p:cNvPr>
          <p:cNvGrpSpPr/>
          <p:nvPr/>
        </p:nvGrpSpPr>
        <p:grpSpPr>
          <a:xfrm>
            <a:off x="9061333" y="5508798"/>
            <a:ext cx="2858997" cy="780270"/>
            <a:chOff x="9061333" y="5508798"/>
            <a:chExt cx="2858997" cy="780270"/>
          </a:xfrm>
        </p:grpSpPr>
        <p:pic>
          <p:nvPicPr>
            <p:cNvPr id="11" name="Picture 4" descr="DMAIC - Wikiwand">
              <a:extLst>
                <a:ext uri="{FF2B5EF4-FFF2-40B4-BE49-F238E27FC236}">
                  <a16:creationId xmlns:a16="http://schemas.microsoft.com/office/drawing/2014/main" id="{E229C7C2-933D-4FD7-B792-58C88746F2A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82" r="60159"/>
            <a:stretch/>
          </p:blipFill>
          <p:spPr bwMode="auto">
            <a:xfrm>
              <a:off x="9578445" y="5508798"/>
              <a:ext cx="555924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DMAIC - Wikiwand">
              <a:extLst>
                <a:ext uri="{FF2B5EF4-FFF2-40B4-BE49-F238E27FC236}">
                  <a16:creationId xmlns:a16="http://schemas.microsoft.com/office/drawing/2014/main" id="{AB4D3A81-C90A-401E-8FCC-2DD4F731460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-50000"/>
                      </a14:imgEffect>
                      <a14:imgEffect>
                        <a14:brightnessContrast bright="-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0941"/>
            <a:stretch/>
          </p:blipFill>
          <p:spPr bwMode="auto">
            <a:xfrm>
              <a:off x="9061333" y="5508798"/>
              <a:ext cx="555924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 descr="DMAIC - Wikiwand">
              <a:extLst>
                <a:ext uri="{FF2B5EF4-FFF2-40B4-BE49-F238E27FC236}">
                  <a16:creationId xmlns:a16="http://schemas.microsoft.com/office/drawing/2014/main" id="{416FD62F-9FFC-46AF-8921-6C4A23679A7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373" r="20567"/>
            <a:stretch/>
          </p:blipFill>
          <p:spPr bwMode="auto">
            <a:xfrm>
              <a:off x="10735294" y="5508798"/>
              <a:ext cx="585117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" descr="DMAIC - Wikiwand">
              <a:extLst>
                <a:ext uri="{FF2B5EF4-FFF2-40B4-BE49-F238E27FC236}">
                  <a16:creationId xmlns:a16="http://schemas.microsoft.com/office/drawing/2014/main" id="{F54150E3-39BC-4749-9BF8-8D153740D8C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196" r="39745"/>
            <a:stretch/>
          </p:blipFill>
          <p:spPr bwMode="auto">
            <a:xfrm>
              <a:off x="10150177" y="5508798"/>
              <a:ext cx="585117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DMAIC - Wikiwand">
              <a:extLst>
                <a:ext uri="{FF2B5EF4-FFF2-40B4-BE49-F238E27FC236}">
                  <a16:creationId xmlns:a16="http://schemas.microsoft.com/office/drawing/2014/main" id="{F253E903-14BB-4C40-9C06-320AACAA82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940"/>
            <a:stretch/>
          </p:blipFill>
          <p:spPr bwMode="auto">
            <a:xfrm>
              <a:off x="11335213" y="5508798"/>
              <a:ext cx="585117" cy="780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ransition spd="med"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1856" y="298310"/>
            <a:ext cx="10548288" cy="691883"/>
          </a:xfrm>
        </p:spPr>
        <p:txBody>
          <a:bodyPr/>
          <a:lstStyle/>
          <a:p>
            <a:pPr eaLnBrk="1" hangingPunct="1"/>
            <a:r>
              <a:rPr lang="en-US" altLang="en-US" sz="3200" kern="1200" dirty="0" err="1"/>
              <a:t>Conclusão</a:t>
            </a:r>
            <a:r>
              <a:rPr lang="en-US" altLang="en-US" sz="3200" kern="1200" dirty="0"/>
              <a:t>, </a:t>
            </a:r>
            <a:r>
              <a:rPr lang="en-US" altLang="en-US" sz="3200" kern="1200" dirty="0" err="1"/>
              <a:t>pontos</a:t>
            </a:r>
            <a:r>
              <a:rPr lang="en-US" altLang="en-US" sz="3200" kern="1200" dirty="0"/>
              <a:t> </a:t>
            </a:r>
            <a:r>
              <a:rPr lang="en-US" altLang="en-US" sz="3200" kern="1200" dirty="0" err="1"/>
              <a:t>chave</a:t>
            </a:r>
            <a:r>
              <a:rPr lang="en-US" altLang="en-US" sz="3200" kern="1200" dirty="0"/>
              <a:t> e </a:t>
            </a:r>
            <a:r>
              <a:rPr lang="en-US" altLang="en-US" sz="3200" kern="1200" dirty="0" err="1"/>
              <a:t>Lições</a:t>
            </a:r>
            <a:r>
              <a:rPr lang="en-US" altLang="en-US" sz="3200" kern="1200" dirty="0"/>
              <a:t> </a:t>
            </a:r>
            <a:r>
              <a:rPr lang="en-US" altLang="en-US" sz="3200" kern="1200" dirty="0" err="1"/>
              <a:t>Aprendidas</a:t>
            </a:r>
            <a:endParaRPr lang="en-US" altLang="en-US" sz="3200" kern="1200" dirty="0"/>
          </a:p>
        </p:txBody>
      </p:sp>
      <p:pic>
        <p:nvPicPr>
          <p:cNvPr id="16386" name="Picture 2" descr="DMAIC - Wikiwand">
            <a:extLst>
              <a:ext uri="{FF2B5EF4-FFF2-40B4-BE49-F238E27FC236}">
                <a16:creationId xmlns:a16="http://schemas.microsoft.com/office/drawing/2014/main" id="{823D4428-A847-4EF3-9B50-E18F9F44D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767" y="5879622"/>
            <a:ext cx="2542309" cy="680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When should DMAIC be your go-to problem-solving tool?">
            <a:extLst>
              <a:ext uri="{FF2B5EF4-FFF2-40B4-BE49-F238E27FC236}">
                <a16:creationId xmlns:a16="http://schemas.microsoft.com/office/drawing/2014/main" id="{1936ACE1-0F90-4EC9-9DBD-678042D65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9039" y="277082"/>
            <a:ext cx="1351291" cy="126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910371" y="298310"/>
            <a:ext cx="10548289" cy="691883"/>
          </a:xfrm>
        </p:spPr>
        <p:txBody>
          <a:bodyPr/>
          <a:lstStyle/>
          <a:p>
            <a:pPr eaLnBrk="1" hangingPunct="1"/>
            <a:r>
              <a:rPr lang="en-US" altLang="en-US" sz="3200" kern="1200" dirty="0" err="1"/>
              <a:t>Demonstrativo</a:t>
            </a:r>
            <a:r>
              <a:rPr lang="en-US" altLang="en-US" sz="3200" kern="1200" dirty="0"/>
              <a:t> dos </a:t>
            </a:r>
            <a:r>
              <a:rPr lang="en-US" altLang="en-US" sz="3200" kern="1200" dirty="0" err="1"/>
              <a:t>resultados</a:t>
            </a:r>
            <a:r>
              <a:rPr lang="en-US" altLang="en-US" sz="3200" kern="1200" dirty="0"/>
              <a:t> </a:t>
            </a:r>
            <a:r>
              <a:rPr lang="en-US" altLang="en-US" sz="3200" kern="1200" dirty="0" err="1"/>
              <a:t>financeiros</a:t>
            </a:r>
            <a:endParaRPr lang="en-US" altLang="en-US" sz="3200" kern="1200" dirty="0"/>
          </a:p>
        </p:txBody>
      </p:sp>
      <p:pic>
        <p:nvPicPr>
          <p:cNvPr id="8" name="Picture 2" descr="DMAIC - Wikiwand">
            <a:extLst>
              <a:ext uri="{FF2B5EF4-FFF2-40B4-BE49-F238E27FC236}">
                <a16:creationId xmlns:a16="http://schemas.microsoft.com/office/drawing/2014/main" id="{B0B6450F-C1DB-4EAA-8DFB-96A9CF51A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767" y="5879622"/>
            <a:ext cx="2542309" cy="680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When should DMAIC be your go-to problem-solving tool?">
            <a:extLst>
              <a:ext uri="{FF2B5EF4-FFF2-40B4-BE49-F238E27FC236}">
                <a16:creationId xmlns:a16="http://schemas.microsoft.com/office/drawing/2014/main" id="{1D15443D-9DC1-417F-AD80-8848F3E85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9039" y="277082"/>
            <a:ext cx="1351291" cy="126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821855" y="298310"/>
            <a:ext cx="10548289" cy="691883"/>
          </a:xfrm>
        </p:spPr>
        <p:txBody>
          <a:bodyPr/>
          <a:lstStyle/>
          <a:p>
            <a:pPr eaLnBrk="1" hangingPunct="1"/>
            <a:r>
              <a:rPr lang="en-US" altLang="en-US" sz="3200" kern="1200" dirty="0" err="1"/>
              <a:t>Validação</a:t>
            </a:r>
            <a:r>
              <a:rPr lang="en-US" altLang="en-US" sz="3200" kern="1200" dirty="0"/>
              <a:t> e </a:t>
            </a:r>
            <a:r>
              <a:rPr lang="en-US" altLang="en-US" sz="3200" kern="1200" dirty="0" err="1"/>
              <a:t>Assinaturas</a:t>
            </a:r>
            <a:r>
              <a:rPr lang="en-US" altLang="en-US" sz="3200" kern="1200" dirty="0"/>
              <a:t> para a </a:t>
            </a:r>
            <a:r>
              <a:rPr lang="en-US" altLang="en-US" sz="3200" kern="1200" dirty="0" err="1"/>
              <a:t>busca</a:t>
            </a:r>
            <a:r>
              <a:rPr lang="en-US" altLang="en-US" sz="3200" kern="1200" dirty="0"/>
              <a:t> de </a:t>
            </a:r>
            <a:r>
              <a:rPr lang="en-US" altLang="en-US" sz="3200" kern="1200" dirty="0" err="1"/>
              <a:t>certificação</a:t>
            </a:r>
            <a:endParaRPr lang="en-US" altLang="en-US" sz="3200" kern="1200" dirty="0"/>
          </a:p>
        </p:txBody>
      </p:sp>
      <p:pic>
        <p:nvPicPr>
          <p:cNvPr id="8" name="Picture 2" descr="DMAIC - Wikiwand">
            <a:extLst>
              <a:ext uri="{FF2B5EF4-FFF2-40B4-BE49-F238E27FC236}">
                <a16:creationId xmlns:a16="http://schemas.microsoft.com/office/drawing/2014/main" id="{5CA33747-833B-4C5B-BB0F-CCC9EB741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767" y="5879622"/>
            <a:ext cx="2542309" cy="680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When should DMAIC be your go-to problem-solving tool?">
            <a:extLst>
              <a:ext uri="{FF2B5EF4-FFF2-40B4-BE49-F238E27FC236}">
                <a16:creationId xmlns:a16="http://schemas.microsoft.com/office/drawing/2014/main" id="{C14203F2-DF63-45F2-BCC1-76566EDB0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9039" y="277082"/>
            <a:ext cx="1351291" cy="126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B0742C7-D208-429E-BF82-763E2E227CCA}"/>
              </a:ext>
            </a:extLst>
          </p:cNvPr>
          <p:cNvSpPr txBox="1"/>
          <p:nvPr/>
        </p:nvSpPr>
        <p:spPr>
          <a:xfrm>
            <a:off x="1310952" y="1802356"/>
            <a:ext cx="10245252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BR" sz="1800" dirty="0">
                <a:latin typeface="Arial"/>
                <a:cs typeface="Arial"/>
              </a:rPr>
              <a:t>Preencha o formulário para submeter seu relatório final para aprovação</a:t>
            </a:r>
          </a:p>
          <a:p>
            <a:pPr algn="just"/>
            <a:endParaRPr lang="pt-BR" sz="1800" dirty="0">
              <a:latin typeface="Arial"/>
              <a:cs typeface="Arial"/>
            </a:endParaRPr>
          </a:p>
          <a:p>
            <a:pPr marL="285750" indent="-285750" algn="l">
              <a:buFont typeface="Arial"/>
              <a:buChar char="•"/>
            </a:pPr>
            <a:r>
              <a:rPr lang="pt-BR" sz="1800" dirty="0">
                <a:latin typeface="Arial"/>
                <a:cs typeface="Arial"/>
              </a:rPr>
              <a:t>Link direto para o formulário: </a:t>
            </a:r>
            <a:r>
              <a:rPr lang="pt-BR" sz="1800" dirty="0">
                <a:latin typeface="Arial"/>
                <a:cs typeface="Arial"/>
                <a:hlinkClick r:id="rId5"/>
              </a:rPr>
              <a:t>https://forms.office.com/r/T0SL296Fat</a:t>
            </a:r>
            <a:endParaRPr lang="pt-BR" sz="1800">
              <a:cs typeface="Arial" pitchFamily="34" charset="0"/>
            </a:endParaRPr>
          </a:p>
          <a:p>
            <a:pPr marL="285750" indent="-285750" algn="just">
              <a:buFont typeface="Arial"/>
              <a:buChar char="•"/>
            </a:pPr>
            <a:endParaRPr lang="pt-BR" sz="1800" dirty="0">
              <a:cs typeface="Arial" pitchFamily="34" charset="0"/>
            </a:endParaRPr>
          </a:p>
          <a:p>
            <a:endParaRPr lang="pt-BR" dirty="0">
              <a:cs typeface="Arial" pitchFamily="34" charset="0"/>
            </a:endParaRPr>
          </a:p>
        </p:txBody>
      </p:sp>
    </p:spTree>
  </p:cSld>
  <p:clrMapOvr>
    <a:masterClrMapping/>
  </p:clrMapOvr>
  <p:transition spd="med">
    <p:wipe dir="d"/>
  </p:transition>
</p:sld>
</file>

<file path=ppt/theme/theme1.xml><?xml version="1.0" encoding="utf-8"?>
<a:theme xmlns:a="http://schemas.openxmlformats.org/drawingml/2006/main" name="Eaton slide layout">
  <a:themeElements>
    <a:clrScheme name="Eaton Palette 2012">
      <a:dk1>
        <a:srgbClr val="000000"/>
      </a:dk1>
      <a:lt1>
        <a:srgbClr val="FFFFFF"/>
      </a:lt1>
      <a:dk2>
        <a:srgbClr val="0067CD"/>
      </a:dk2>
      <a:lt2>
        <a:srgbClr val="FFFFFF"/>
      </a:lt2>
      <a:accent1>
        <a:srgbClr val="0067C6"/>
      </a:accent1>
      <a:accent2>
        <a:srgbClr val="009900"/>
      </a:accent2>
      <a:accent3>
        <a:srgbClr val="FF0000"/>
      </a:accent3>
      <a:accent4>
        <a:srgbClr val="F88B1C"/>
      </a:accent4>
      <a:accent5>
        <a:srgbClr val="800080"/>
      </a:accent5>
      <a:accent6>
        <a:srgbClr val="FFFF00"/>
      </a:accent6>
      <a:hlink>
        <a:srgbClr val="F88B1C"/>
      </a:hlink>
      <a:folHlink>
        <a:srgbClr val="800080"/>
      </a:folHlink>
    </a:clrScheme>
    <a:fontScheme name="photo_template_june2008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10000"/>
          </a:lnSpc>
          <a:spcBef>
            <a:spcPct val="20000"/>
          </a:spcBef>
          <a:spcAft>
            <a:spcPct val="0"/>
          </a:spcAft>
          <a:buClr>
            <a:srgbClr val="3367CD"/>
          </a:buClr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10000"/>
          </a:lnSpc>
          <a:spcBef>
            <a:spcPct val="20000"/>
          </a:spcBef>
          <a:spcAft>
            <a:spcPct val="0"/>
          </a:spcAft>
          <a:buClr>
            <a:srgbClr val="3367CD"/>
          </a:buClr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hoto_template_june2008 1">
        <a:dk1>
          <a:srgbClr val="000000"/>
        </a:dk1>
        <a:lt1>
          <a:srgbClr val="FFFFFF"/>
        </a:lt1>
        <a:dk2>
          <a:srgbClr val="0067CD"/>
        </a:dk2>
        <a:lt2>
          <a:srgbClr val="800080"/>
        </a:lt2>
        <a:accent1>
          <a:srgbClr val="00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E70000"/>
        </a:accent6>
        <a:hlink>
          <a:srgbClr val="FF99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738FA46E2B9794885676312A95C5294" ma:contentTypeVersion="32" ma:contentTypeDescription="Crie um novo documento." ma:contentTypeScope="" ma:versionID="f23f6e9d097759df371694bd62ef2b63">
  <xsd:schema xmlns:xsd="http://www.w3.org/2001/XMLSchema" xmlns:xs="http://www.w3.org/2001/XMLSchema" xmlns:p="http://schemas.microsoft.com/office/2006/metadata/properties" xmlns:ns2="69aaa95b-33f8-4857-93d9-3f62953c9857" xmlns:ns3="ae711772-8399-4ac7-a5f5-bd0e9b89bd6e" targetNamespace="http://schemas.microsoft.com/office/2006/metadata/properties" ma:root="true" ma:fieldsID="0ef4efdd440a3cd29c978cd1a250fc49" ns2:_="" ns3:_="">
    <xsd:import namespace="69aaa95b-33f8-4857-93d9-3f62953c9857"/>
    <xsd:import namespace="ae711772-8399-4ac7-a5f5-bd0e9b89bd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aa95b-33f8-4857-93d9-3f62953c98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a4df692a-cb56-4b31-ba11-798a39458bd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711772-8399-4ac7-a5f5-bd0e9b89bd6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9d95343b-1a23-440a-b61a-a21107fb962a}" ma:internalName="TaxCatchAll" ma:showField="CatchAllData" ma:web="ae711772-8399-4ac7-a5f5-bd0e9b89bd6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9aaa95b-33f8-4857-93d9-3f62953c9857">
      <Terms xmlns="http://schemas.microsoft.com/office/infopath/2007/PartnerControls"/>
    </lcf76f155ced4ddcb4097134ff3c332f>
    <TaxCatchAll xmlns="ae711772-8399-4ac7-a5f5-bd0e9b89bd6e" xsi:nil="true"/>
    <SharedWithUsers xmlns="ae711772-8399-4ac7-a5f5-bd0e9b89bd6e">
      <UserInfo>
        <DisplayName>Morais, Julio C</DisplayName>
        <AccountId>486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87A79E-A7B1-43DD-8878-7630D16E11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aaa95b-33f8-4857-93d9-3f62953c9857"/>
    <ds:schemaRef ds:uri="ae711772-8399-4ac7-a5f5-bd0e9b89bd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81FF56D-488A-4224-A132-90B4588E2ACE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dcmitype/"/>
    <ds:schemaRef ds:uri="ae711772-8399-4ac7-a5f5-bd0e9b89bd6e"/>
    <ds:schemaRef ds:uri="http://purl.org/dc/elements/1.1/"/>
    <ds:schemaRef ds:uri="http://schemas.openxmlformats.org/package/2006/metadata/core-properties"/>
    <ds:schemaRef ds:uri="69aaa95b-33f8-4857-93d9-3f62953c9857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DA0E8CB-A068-4037-ACE4-B57352E8891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Eaton_PPT_template_Impactful_Flag_01022015-1</Template>
  <TotalTime>27537</TotalTime>
  <Words>1367</Words>
  <Application>Microsoft Office PowerPoint</Application>
  <PresentationFormat>Widescreen</PresentationFormat>
  <Paragraphs>195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Monotype Sorts</vt:lpstr>
      <vt:lpstr>Times New Roman</vt:lpstr>
      <vt:lpstr>Eaton slide layout</vt:lpstr>
      <vt:lpstr>PowerPoint Presentation</vt:lpstr>
      <vt:lpstr>Project Charter </vt:lpstr>
      <vt:lpstr>Project Team</vt:lpstr>
      <vt:lpstr>Mapa de Pensamento</vt:lpstr>
      <vt:lpstr>Mapa de Processo</vt:lpstr>
      <vt:lpstr>Análise gráfica das Métricas do Projeto</vt:lpstr>
      <vt:lpstr>Demais Análises Gráficas</vt:lpstr>
      <vt:lpstr>Demais Análises Gráficas</vt:lpstr>
      <vt:lpstr>Matriz de Causa e Efeito</vt:lpstr>
      <vt:lpstr>Diagrama Causa e Efeito</vt:lpstr>
      <vt:lpstr>Análise 5 porquês </vt:lpstr>
      <vt:lpstr>Plano de Ação</vt:lpstr>
      <vt:lpstr>Comparativos das Métricas antes &amp; Depois</vt:lpstr>
      <vt:lpstr>Outras ilustrações pertinentes</vt:lpstr>
      <vt:lpstr>Mecanismos de Sustentação das Melhorias do Projeto</vt:lpstr>
      <vt:lpstr>Conclusão, pontos chave e Lições Aprendidas</vt:lpstr>
      <vt:lpstr>Demonstrativo dos resultados financeiros</vt:lpstr>
      <vt:lpstr>Validação e Assinaturas para a busca de certificação</vt:lpstr>
    </vt:vector>
  </TitlesOfParts>
  <Manager>Roger Dougherty</Manager>
  <Company>BTR-Siebe Intelligent Automation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 Define Phase</dc:title>
  <dc:subject>six sigma training</dc:subject>
  <dc:creator>Bijan Kheradi</dc:creator>
  <cp:lastModifiedBy>Apolinario, Eduardo (Eaton - Intern)</cp:lastModifiedBy>
  <cp:revision>666</cp:revision>
  <cp:lastPrinted>2003-05-08T20:23:44Z</cp:lastPrinted>
  <dcterms:created xsi:type="dcterms:W3CDTF">1995-06-17T23:31:02Z</dcterms:created>
  <dcterms:modified xsi:type="dcterms:W3CDTF">2026-05-20T11:05:43Z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0x0101007738FA46E2B9794885676312A95C5294</vt:lpwstr>
  </property>
  <property fmtid="{D5CDD505-2E9C-101B-9397-08002B2CF9AE}" pid="3" name="Language">
    <vt:lpwstr>English</vt:lpwstr>
  </property>
  <property fmtid="{D5CDD505-2E9C-101B-9397-08002B2CF9AE}" pid="4" name="ITAR">
    <vt:lpwstr>Yes</vt:lpwstr>
  </property>
  <property fmtid="{D5CDD505-2E9C-101B-9397-08002B2CF9AE}" pid="5" name="MediaServiceImageTags">
    <vt:lpwstr/>
  </property>
  <property fmtid="{D5CDD505-2E9C-101B-9397-08002B2CF9AE}" pid="6" name="MSIP_Label_ff418558-72e5-4d8e-958f-cfe0e73e210d_Enabled">
    <vt:lpwstr>true</vt:lpwstr>
  </property>
  <property fmtid="{D5CDD505-2E9C-101B-9397-08002B2CF9AE}" pid="7" name="MSIP_Label_ff418558-72e5-4d8e-958f-cfe0e73e210d_SetDate">
    <vt:lpwstr>2023-10-19T15:30:04Z</vt:lpwstr>
  </property>
  <property fmtid="{D5CDD505-2E9C-101B-9397-08002B2CF9AE}" pid="8" name="MSIP_Label_ff418558-72e5-4d8e-958f-cfe0e73e210d_Method">
    <vt:lpwstr>Standard</vt:lpwstr>
  </property>
  <property fmtid="{D5CDD505-2E9C-101B-9397-08002B2CF9AE}" pid="9" name="MSIP_Label_ff418558-72e5-4d8e-958f-cfe0e73e210d_Name">
    <vt:lpwstr>Eaton Internal Only (IP2)</vt:lpwstr>
  </property>
  <property fmtid="{D5CDD505-2E9C-101B-9397-08002B2CF9AE}" pid="10" name="MSIP_Label_ff418558-72e5-4d8e-958f-cfe0e73e210d_SiteId">
    <vt:lpwstr>d6525c95-b906-431a-b926-e9b51ba43cc4</vt:lpwstr>
  </property>
  <property fmtid="{D5CDD505-2E9C-101B-9397-08002B2CF9AE}" pid="11" name="MSIP_Label_ff418558-72e5-4d8e-958f-cfe0e73e210d_ActionId">
    <vt:lpwstr>8d7d50e6-dda9-4fec-991c-acb35763854a</vt:lpwstr>
  </property>
  <property fmtid="{D5CDD505-2E9C-101B-9397-08002B2CF9AE}" pid="12" name="MSIP_Label_ff418558-72e5-4d8e-958f-cfe0e73e210d_ContentBits">
    <vt:lpwstr>0</vt:lpwstr>
  </property>
</Properties>
</file>